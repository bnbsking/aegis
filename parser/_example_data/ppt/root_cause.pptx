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4"/>
  </p:notesMasterIdLst>
  <p:handoutMasterIdLst>
    <p:handoutMasterId r:id="rId5"/>
  </p:handoutMasterIdLst>
  <p:sldIdLst>
    <p:sldId id="1620" r:id="rId2"/>
    <p:sldId id="1618" r:id="rId3"/>
  </p:sldIdLst>
  <p:sldSz cx="9144000" cy="6858000" type="screen4x3"/>
  <p:notesSz cx="6797675" cy="9928225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36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36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36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36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61">
          <p15:clr>
            <a:srgbClr val="A4A3A4"/>
          </p15:clr>
        </p15:guide>
        <p15:guide id="2" pos="2855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0-溫鎧聰(Lome Wen)" initials="4W" lastIdx="3" clrIdx="0">
    <p:extLst>
      <p:ext uri="{19B8F6BF-5375-455C-9EA6-DF929625EA0E}">
        <p15:presenceInfo xmlns:p15="http://schemas.microsoft.com/office/powerpoint/2012/main" userId="S-1-5-21-779761446-2101307268-621696214-12939" providerId="AD"/>
      </p:ext>
    </p:extLst>
  </p:cmAuthor>
  <p:cmAuthor id="2" name="40-林建文(Devin Lin)" initials="4林L" lastIdx="1" clrIdx="1">
    <p:extLst>
      <p:ext uri="{19B8F6BF-5375-455C-9EA6-DF929625EA0E}">
        <p15:presenceInfo xmlns:p15="http://schemas.microsoft.com/office/powerpoint/2012/main" userId="S-1-5-21-779761446-2101307268-621696214-155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FF"/>
    <a:srgbClr val="0000FF"/>
    <a:srgbClr val="FFFFFF"/>
    <a:srgbClr val="000000"/>
    <a:srgbClr val="3399FF"/>
    <a:srgbClr val="FFFF00"/>
    <a:srgbClr val="009900"/>
    <a:srgbClr val="6600FF"/>
    <a:srgbClr val="FF9933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2" autoAdjust="0"/>
    <p:restoredTop sz="95468" autoAdjust="0"/>
  </p:normalViewPr>
  <p:slideViewPr>
    <p:cSldViewPr>
      <p:cViewPr varScale="1">
        <p:scale>
          <a:sx n="110" d="100"/>
          <a:sy n="110" d="100"/>
        </p:scale>
        <p:origin x="1776" y="84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560" y="-90"/>
      </p:cViewPr>
      <p:guideLst>
        <p:guide orient="horz" pos="2361"/>
        <p:guide pos="285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A97ED6A-7240-41FC-8DA3-B04AE8C8E9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19567" tIns="0" rIns="19567" bIns="0" numCol="1" anchor="t" anchorCtr="0" compatLnSpc="1">
            <a:prstTxWarp prst="textNoShape">
              <a:avLst/>
            </a:prstTxWarp>
          </a:bodyPr>
          <a:lstStyle>
            <a:lvl1pPr defTabSz="938871" eaLnBrk="0" hangingPunct="0">
              <a:spcBef>
                <a:spcPct val="0"/>
              </a:spcBef>
              <a:defRPr sz="1000" b="0" i="1">
                <a:latin typeface="Times New Roman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9F2DACE-C355-44A2-B9B4-B59C04AA05B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863" y="0"/>
            <a:ext cx="2944812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19567" tIns="0" rIns="19567" bIns="0" numCol="1" anchor="t" anchorCtr="0" compatLnSpc="1">
            <a:prstTxWarp prst="textNoShape">
              <a:avLst/>
            </a:prstTxWarp>
          </a:bodyPr>
          <a:lstStyle>
            <a:lvl1pPr algn="r" defTabSz="938871" eaLnBrk="0" hangingPunct="0">
              <a:spcBef>
                <a:spcPct val="0"/>
              </a:spcBef>
              <a:defRPr sz="1000" b="0" i="1">
                <a:latin typeface="Times New Roman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F8A409A0-2740-4679-B650-363343399E3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4813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19567" tIns="0" rIns="19567" bIns="0" numCol="1" anchor="b" anchorCtr="0" compatLnSpc="1">
            <a:prstTxWarp prst="textNoShape">
              <a:avLst/>
            </a:prstTxWarp>
          </a:bodyPr>
          <a:lstStyle>
            <a:lvl1pPr defTabSz="938871" eaLnBrk="0" hangingPunct="0">
              <a:spcBef>
                <a:spcPct val="0"/>
              </a:spcBef>
              <a:defRPr sz="1000" b="0" i="1">
                <a:latin typeface="Times New Roman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6B8C15A-A601-4DD4-A214-F29DE5FBD1B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863" y="9432925"/>
            <a:ext cx="2944812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19567" tIns="0" rIns="19567" bIns="0" numCol="1" anchor="b" anchorCtr="0" compatLnSpc="1">
            <a:prstTxWarp prst="textNoShape">
              <a:avLst/>
            </a:prstTxWarp>
          </a:bodyPr>
          <a:lstStyle>
            <a:lvl1pPr algn="r" defTabSz="938213">
              <a:defRPr sz="1000" i="1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335AB866-45AD-4448-BDC4-5BC888912CCF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90FBCF3-1DA0-497F-9699-85492238FAF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19567" tIns="0" rIns="19567" bIns="0" numCol="1" anchor="t" anchorCtr="0" compatLnSpc="1">
            <a:prstTxWarp prst="textNoShape">
              <a:avLst/>
            </a:prstTxWarp>
          </a:bodyPr>
          <a:lstStyle>
            <a:lvl1pPr defTabSz="938871" eaLnBrk="0" hangingPunct="0">
              <a:spcBef>
                <a:spcPct val="0"/>
              </a:spcBef>
              <a:defRPr sz="1000" b="0" i="1">
                <a:latin typeface="Times New Roman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DE9E531-BD39-4E6A-80E0-F1F689C142D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2863" y="0"/>
            <a:ext cx="2944812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19567" tIns="0" rIns="19567" bIns="0" numCol="1" anchor="t" anchorCtr="0" compatLnSpc="1">
            <a:prstTxWarp prst="textNoShape">
              <a:avLst/>
            </a:prstTxWarp>
          </a:bodyPr>
          <a:lstStyle>
            <a:lvl1pPr algn="r" defTabSz="938871" eaLnBrk="0" hangingPunct="0">
              <a:spcBef>
                <a:spcPct val="0"/>
              </a:spcBef>
              <a:defRPr sz="1000" b="0" i="1">
                <a:latin typeface="Times New Roman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0782FAC2-D22B-414F-B77C-690B89DA4BE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3925" y="750888"/>
            <a:ext cx="4949825" cy="3711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3C2EE877-D6C2-4FA0-BE57-A08625454F8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>
            <a:noFill/>
          </a:ln>
        </p:spPr>
        <p:txBody>
          <a:bodyPr vert="horz" wrap="square" lIns="94575" tIns="47288" rIns="94575" bIns="472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第二階層</a:t>
            </a:r>
          </a:p>
          <a:p>
            <a:pPr lvl="2"/>
            <a:r>
              <a:rPr lang="zh-TW" altLang="en-US" noProof="0"/>
              <a:t>第三階層</a:t>
            </a:r>
          </a:p>
          <a:p>
            <a:pPr lvl="3"/>
            <a:r>
              <a:rPr lang="zh-TW" altLang="en-US" noProof="0"/>
              <a:t>第四階層</a:t>
            </a:r>
          </a:p>
          <a:p>
            <a:pPr lvl="4"/>
            <a:r>
              <a:rPr lang="zh-TW" altLang="en-US" noProof="0"/>
              <a:t>第五階層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373966DB-B049-401E-8673-61BE32089C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4813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19567" tIns="0" rIns="19567" bIns="0" numCol="1" anchor="b" anchorCtr="0" compatLnSpc="1">
            <a:prstTxWarp prst="textNoShape">
              <a:avLst/>
            </a:prstTxWarp>
          </a:bodyPr>
          <a:lstStyle>
            <a:lvl1pPr defTabSz="938871" eaLnBrk="0" hangingPunct="0">
              <a:spcBef>
                <a:spcPct val="0"/>
              </a:spcBef>
              <a:defRPr sz="1000" b="0" i="1">
                <a:latin typeface="Times New Roman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224E3EDC-0F8D-4C94-94FD-CE372E3619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863" y="9432925"/>
            <a:ext cx="2944812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19567" tIns="0" rIns="19567" bIns="0" numCol="1" anchor="b" anchorCtr="0" compatLnSpc="1">
            <a:prstTxWarp prst="textNoShape">
              <a:avLst/>
            </a:prstTxWarp>
          </a:bodyPr>
          <a:lstStyle>
            <a:lvl1pPr algn="r" defTabSz="938213">
              <a:defRPr sz="1000" i="1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68FF7583-AA1F-451D-8857-74F07C6C7B02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05246719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4544225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2589276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96874121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1351412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686905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56233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6528463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4161378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98013403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88050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880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7276646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標題，文字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圖表版面配置區 3"/>
          <p:cNvSpPr>
            <a:spLocks noGrp="1"/>
          </p:cNvSpPr>
          <p:nvPr>
            <p:ph type="chart"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79136157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9880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0925243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85800" y="2147888"/>
            <a:ext cx="7772400" cy="4114800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64367812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635D065A-0CEC-4962-99CB-3BD76C8A90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grpSp>
        <p:nvGrpSpPr>
          <p:cNvPr id="1027" name="Group 8">
            <a:extLst>
              <a:ext uri="{FF2B5EF4-FFF2-40B4-BE49-F238E27FC236}">
                <a16:creationId xmlns:a16="http://schemas.microsoft.com/office/drawing/2014/main" id="{F191FD78-9F47-42C9-9FE2-CAB6D3836C33}"/>
              </a:ext>
            </a:extLst>
          </p:cNvPr>
          <p:cNvGrpSpPr>
            <a:grpSpLocks/>
          </p:cNvGrpSpPr>
          <p:nvPr/>
        </p:nvGrpSpPr>
        <p:grpSpPr bwMode="auto">
          <a:xfrm>
            <a:off x="993775" y="-4763"/>
            <a:ext cx="7970838" cy="769938"/>
            <a:chOff x="664" y="104"/>
            <a:chExt cx="4848" cy="432"/>
          </a:xfrm>
        </p:grpSpPr>
        <p:sp>
          <p:nvSpPr>
            <p:cNvPr id="1056" name="Freeform 9">
              <a:extLst>
                <a:ext uri="{FF2B5EF4-FFF2-40B4-BE49-F238E27FC236}">
                  <a16:creationId xmlns:a16="http://schemas.microsoft.com/office/drawing/2014/main" id="{6537C965-C50B-4E53-9039-443D7A7E3057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664" y="104"/>
              <a:ext cx="4848" cy="432"/>
            </a:xfrm>
            <a:custGeom>
              <a:avLst/>
              <a:gdLst>
                <a:gd name="T0" fmla="*/ 4848 w 4848"/>
                <a:gd name="T1" fmla="*/ 48 h 432"/>
                <a:gd name="T2" fmla="*/ 4848 w 4848"/>
                <a:gd name="T3" fmla="*/ 432 h 432"/>
                <a:gd name="T4" fmla="*/ 0 w 4848"/>
                <a:gd name="T5" fmla="*/ 432 h 432"/>
                <a:gd name="T6" fmla="*/ 0 w 4848"/>
                <a:gd name="T7" fmla="*/ 0 h 432"/>
                <a:gd name="T8" fmla="*/ 4848 w 4848"/>
                <a:gd name="T9" fmla="*/ 0 h 432"/>
                <a:gd name="T10" fmla="*/ 4848 w 4848"/>
                <a:gd name="T11" fmla="*/ 48 h 4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48" h="432">
                  <a:moveTo>
                    <a:pt x="4848" y="48"/>
                  </a:moveTo>
                  <a:lnTo>
                    <a:pt x="4848" y="432"/>
                  </a:lnTo>
                  <a:cubicBezTo>
                    <a:pt x="4848" y="432"/>
                    <a:pt x="2424" y="432"/>
                    <a:pt x="0" y="432"/>
                  </a:cubicBezTo>
                  <a:cubicBezTo>
                    <a:pt x="161" y="345"/>
                    <a:pt x="169" y="61"/>
                    <a:pt x="0" y="0"/>
                  </a:cubicBezTo>
                  <a:cubicBezTo>
                    <a:pt x="2424" y="0"/>
                    <a:pt x="4848" y="0"/>
                    <a:pt x="4848" y="0"/>
                  </a:cubicBezTo>
                  <a:lnTo>
                    <a:pt x="4848" y="48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57" name="Group 10">
              <a:extLst>
                <a:ext uri="{FF2B5EF4-FFF2-40B4-BE49-F238E27FC236}">
                  <a16:creationId xmlns:a16="http://schemas.microsoft.com/office/drawing/2014/main" id="{85E78132-AA44-4C44-B7DF-81AC40A2DE3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195" y="104"/>
              <a:ext cx="3827" cy="429"/>
              <a:chOff x="1021" y="240"/>
              <a:chExt cx="3827" cy="429"/>
            </a:xfrm>
          </p:grpSpPr>
          <p:grpSp>
            <p:nvGrpSpPr>
              <p:cNvPr id="1106" name="Group 11">
                <a:extLst>
                  <a:ext uri="{FF2B5EF4-FFF2-40B4-BE49-F238E27FC236}">
                    <a16:creationId xmlns:a16="http://schemas.microsoft.com/office/drawing/2014/main" id="{80802E85-4F52-42C7-B2D4-72AC9657D19C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1021" y="241"/>
                <a:ext cx="2208" cy="427"/>
                <a:chOff x="1021" y="241"/>
                <a:chExt cx="2208" cy="427"/>
              </a:xfrm>
            </p:grpSpPr>
            <p:sp>
              <p:nvSpPr>
                <p:cNvPr id="1150" name="Freeform 12">
                  <a:extLst>
                    <a:ext uri="{FF2B5EF4-FFF2-40B4-BE49-F238E27FC236}">
                      <a16:creationId xmlns:a16="http://schemas.microsoft.com/office/drawing/2014/main" id="{8F9394C3-52F8-475C-9781-D8F16BF95216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257" y="633"/>
                  <a:ext cx="7" cy="8"/>
                </a:xfrm>
                <a:custGeom>
                  <a:avLst/>
                  <a:gdLst>
                    <a:gd name="T0" fmla="*/ 0 w 15"/>
                    <a:gd name="T1" fmla="*/ 0 h 23"/>
                    <a:gd name="T2" fmla="*/ 0 w 15"/>
                    <a:gd name="T3" fmla="*/ 0 h 23"/>
                    <a:gd name="T4" fmla="*/ 0 w 15"/>
                    <a:gd name="T5" fmla="*/ 0 h 23"/>
                    <a:gd name="T6" fmla="*/ 0 w 15"/>
                    <a:gd name="T7" fmla="*/ 0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51" name="Freeform 13">
                  <a:extLst>
                    <a:ext uri="{FF2B5EF4-FFF2-40B4-BE49-F238E27FC236}">
                      <a16:creationId xmlns:a16="http://schemas.microsoft.com/office/drawing/2014/main" id="{691E1622-C5DB-445B-BD8B-972D11F40F1D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329" y="661"/>
                  <a:ext cx="9" cy="8"/>
                </a:xfrm>
                <a:custGeom>
                  <a:avLst/>
                  <a:gdLst>
                    <a:gd name="T0" fmla="*/ 0 w 20"/>
                    <a:gd name="T1" fmla="*/ 0 h 23"/>
                    <a:gd name="T2" fmla="*/ 0 w 20"/>
                    <a:gd name="T3" fmla="*/ 0 h 23"/>
                    <a:gd name="T4" fmla="*/ 0 w 20"/>
                    <a:gd name="T5" fmla="*/ 0 h 23"/>
                    <a:gd name="T6" fmla="*/ 0 w 20"/>
                    <a:gd name="T7" fmla="*/ 0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52" name="Freeform 14">
                  <a:extLst>
                    <a:ext uri="{FF2B5EF4-FFF2-40B4-BE49-F238E27FC236}">
                      <a16:creationId xmlns:a16="http://schemas.microsoft.com/office/drawing/2014/main" id="{916260A6-B568-4119-B175-A0B10C00B245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120" y="616"/>
                  <a:ext cx="8" cy="14"/>
                </a:xfrm>
                <a:custGeom>
                  <a:avLst/>
                  <a:gdLst>
                    <a:gd name="T0" fmla="*/ 0 w 30"/>
                    <a:gd name="T1" fmla="*/ 0 h 42"/>
                    <a:gd name="T2" fmla="*/ 0 w 30"/>
                    <a:gd name="T3" fmla="*/ 0 h 42"/>
                    <a:gd name="T4" fmla="*/ 0 w 30"/>
                    <a:gd name="T5" fmla="*/ 0 h 42"/>
                    <a:gd name="T6" fmla="*/ 0 w 30"/>
                    <a:gd name="T7" fmla="*/ 0 h 42"/>
                    <a:gd name="T8" fmla="*/ 0 w 30"/>
                    <a:gd name="T9" fmla="*/ 0 h 42"/>
                    <a:gd name="T10" fmla="*/ 0 w 30"/>
                    <a:gd name="T11" fmla="*/ 0 h 42"/>
                    <a:gd name="T12" fmla="*/ 0 w 30"/>
                    <a:gd name="T13" fmla="*/ 0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53" name="Freeform 15">
                  <a:extLst>
                    <a:ext uri="{FF2B5EF4-FFF2-40B4-BE49-F238E27FC236}">
                      <a16:creationId xmlns:a16="http://schemas.microsoft.com/office/drawing/2014/main" id="{F345918D-7BCE-4A56-8752-9AD65D36EBD7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967" y="629"/>
                  <a:ext cx="8" cy="5"/>
                </a:xfrm>
                <a:custGeom>
                  <a:avLst/>
                  <a:gdLst>
                    <a:gd name="T0" fmla="*/ 0 w 25"/>
                    <a:gd name="T1" fmla="*/ 0 h 16"/>
                    <a:gd name="T2" fmla="*/ 0 w 25"/>
                    <a:gd name="T3" fmla="*/ 0 h 16"/>
                    <a:gd name="T4" fmla="*/ 0 w 25"/>
                    <a:gd name="T5" fmla="*/ 0 h 16"/>
                    <a:gd name="T6" fmla="*/ 0 w 25"/>
                    <a:gd name="T7" fmla="*/ 0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54" name="Freeform 16">
                  <a:extLst>
                    <a:ext uri="{FF2B5EF4-FFF2-40B4-BE49-F238E27FC236}">
                      <a16:creationId xmlns:a16="http://schemas.microsoft.com/office/drawing/2014/main" id="{223346D8-02C1-4907-A803-BCDDC23B00BC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921" y="635"/>
                  <a:ext cx="28" cy="16"/>
                </a:xfrm>
                <a:custGeom>
                  <a:avLst/>
                  <a:gdLst>
                    <a:gd name="T0" fmla="*/ 0 w 65"/>
                    <a:gd name="T1" fmla="*/ 0 h 46"/>
                    <a:gd name="T2" fmla="*/ 0 w 65"/>
                    <a:gd name="T3" fmla="*/ 0 h 46"/>
                    <a:gd name="T4" fmla="*/ 0 w 65"/>
                    <a:gd name="T5" fmla="*/ 0 h 46"/>
                    <a:gd name="T6" fmla="*/ 0 w 65"/>
                    <a:gd name="T7" fmla="*/ 0 h 46"/>
                    <a:gd name="T8" fmla="*/ 0 w 65"/>
                    <a:gd name="T9" fmla="*/ 0 h 46"/>
                    <a:gd name="T10" fmla="*/ 0 w 65"/>
                    <a:gd name="T11" fmla="*/ 0 h 46"/>
                    <a:gd name="T12" fmla="*/ 0 w 65"/>
                    <a:gd name="T13" fmla="*/ 0 h 46"/>
                    <a:gd name="T14" fmla="*/ 0 w 65"/>
                    <a:gd name="T15" fmla="*/ 0 h 46"/>
                    <a:gd name="T16" fmla="*/ 0 w 65"/>
                    <a:gd name="T17" fmla="*/ 0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55" name="Freeform 17">
                  <a:extLst>
                    <a:ext uri="{FF2B5EF4-FFF2-40B4-BE49-F238E27FC236}">
                      <a16:creationId xmlns:a16="http://schemas.microsoft.com/office/drawing/2014/main" id="{DFEC3077-E636-4BAC-A8D8-5815255E097A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888" y="634"/>
                  <a:ext cx="29" cy="16"/>
                </a:xfrm>
                <a:custGeom>
                  <a:avLst/>
                  <a:gdLst>
                    <a:gd name="T0" fmla="*/ 0 w 69"/>
                    <a:gd name="T1" fmla="*/ 0 h 47"/>
                    <a:gd name="T2" fmla="*/ 0 w 69"/>
                    <a:gd name="T3" fmla="*/ 0 h 47"/>
                    <a:gd name="T4" fmla="*/ 0 w 69"/>
                    <a:gd name="T5" fmla="*/ 0 h 47"/>
                    <a:gd name="T6" fmla="*/ 0 w 69"/>
                    <a:gd name="T7" fmla="*/ 0 h 47"/>
                    <a:gd name="T8" fmla="*/ 0 w 69"/>
                    <a:gd name="T9" fmla="*/ 0 h 47"/>
                    <a:gd name="T10" fmla="*/ 0 w 69"/>
                    <a:gd name="T11" fmla="*/ 0 h 47"/>
                    <a:gd name="T12" fmla="*/ 0 w 69"/>
                    <a:gd name="T13" fmla="*/ 0 h 47"/>
                    <a:gd name="T14" fmla="*/ 0 w 69"/>
                    <a:gd name="T15" fmla="*/ 0 h 47"/>
                    <a:gd name="T16" fmla="*/ 0 w 69"/>
                    <a:gd name="T17" fmla="*/ 0 h 47"/>
                    <a:gd name="T18" fmla="*/ 0 w 69"/>
                    <a:gd name="T19" fmla="*/ 0 h 47"/>
                    <a:gd name="T20" fmla="*/ 0 w 69"/>
                    <a:gd name="T21" fmla="*/ 0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56" name="Freeform 18">
                  <a:extLst>
                    <a:ext uri="{FF2B5EF4-FFF2-40B4-BE49-F238E27FC236}">
                      <a16:creationId xmlns:a16="http://schemas.microsoft.com/office/drawing/2014/main" id="{52B33C4C-7EE0-4D31-9954-66A91EBAAA36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735" y="547"/>
                  <a:ext cx="151" cy="93"/>
                </a:xfrm>
                <a:custGeom>
                  <a:avLst/>
                  <a:gdLst>
                    <a:gd name="T0" fmla="*/ 0 w 355"/>
                    <a:gd name="T1" fmla="*/ 0 h 277"/>
                    <a:gd name="T2" fmla="*/ 0 w 355"/>
                    <a:gd name="T3" fmla="*/ 0 h 277"/>
                    <a:gd name="T4" fmla="*/ 0 w 355"/>
                    <a:gd name="T5" fmla="*/ 0 h 277"/>
                    <a:gd name="T6" fmla="*/ 0 w 355"/>
                    <a:gd name="T7" fmla="*/ 0 h 277"/>
                    <a:gd name="T8" fmla="*/ 0 w 355"/>
                    <a:gd name="T9" fmla="*/ 0 h 277"/>
                    <a:gd name="T10" fmla="*/ 0 w 355"/>
                    <a:gd name="T11" fmla="*/ 0 h 277"/>
                    <a:gd name="T12" fmla="*/ 0 w 355"/>
                    <a:gd name="T13" fmla="*/ 0 h 277"/>
                    <a:gd name="T14" fmla="*/ 0 w 355"/>
                    <a:gd name="T15" fmla="*/ 0 h 277"/>
                    <a:gd name="T16" fmla="*/ 0 w 355"/>
                    <a:gd name="T17" fmla="*/ 0 h 277"/>
                    <a:gd name="T18" fmla="*/ 0 w 355"/>
                    <a:gd name="T19" fmla="*/ 0 h 277"/>
                    <a:gd name="T20" fmla="*/ 0 w 355"/>
                    <a:gd name="T21" fmla="*/ 0 h 277"/>
                    <a:gd name="T22" fmla="*/ 0 w 355"/>
                    <a:gd name="T23" fmla="*/ 0 h 277"/>
                    <a:gd name="T24" fmla="*/ 0 w 355"/>
                    <a:gd name="T25" fmla="*/ 0 h 277"/>
                    <a:gd name="T26" fmla="*/ 0 w 355"/>
                    <a:gd name="T27" fmla="*/ 0 h 277"/>
                    <a:gd name="T28" fmla="*/ 0 w 355"/>
                    <a:gd name="T29" fmla="*/ 0 h 277"/>
                    <a:gd name="T30" fmla="*/ 0 w 355"/>
                    <a:gd name="T31" fmla="*/ 0 h 277"/>
                    <a:gd name="T32" fmla="*/ 0 w 355"/>
                    <a:gd name="T33" fmla="*/ 0 h 277"/>
                    <a:gd name="T34" fmla="*/ 0 w 355"/>
                    <a:gd name="T35" fmla="*/ 0 h 277"/>
                    <a:gd name="T36" fmla="*/ 0 w 355"/>
                    <a:gd name="T37" fmla="*/ 0 h 277"/>
                    <a:gd name="T38" fmla="*/ 0 w 355"/>
                    <a:gd name="T39" fmla="*/ 0 h 277"/>
                    <a:gd name="T40" fmla="*/ 0 w 355"/>
                    <a:gd name="T41" fmla="*/ 0 h 277"/>
                    <a:gd name="T42" fmla="*/ 0 w 355"/>
                    <a:gd name="T43" fmla="*/ 0 h 277"/>
                    <a:gd name="T44" fmla="*/ 0 w 355"/>
                    <a:gd name="T45" fmla="*/ 0 h 277"/>
                    <a:gd name="T46" fmla="*/ 0 w 355"/>
                    <a:gd name="T47" fmla="*/ 0 h 277"/>
                    <a:gd name="T48" fmla="*/ 0 w 355"/>
                    <a:gd name="T49" fmla="*/ 0 h 277"/>
                    <a:gd name="T50" fmla="*/ 0 w 355"/>
                    <a:gd name="T51" fmla="*/ 0 h 277"/>
                    <a:gd name="T52" fmla="*/ 0 w 355"/>
                    <a:gd name="T53" fmla="*/ 0 h 277"/>
                    <a:gd name="T54" fmla="*/ 0 w 355"/>
                    <a:gd name="T55" fmla="*/ 0 h 277"/>
                    <a:gd name="T56" fmla="*/ 0 w 355"/>
                    <a:gd name="T57" fmla="*/ 0 h 277"/>
                    <a:gd name="T58" fmla="*/ 0 w 355"/>
                    <a:gd name="T59" fmla="*/ 0 h 277"/>
                    <a:gd name="T60" fmla="*/ 0 w 355"/>
                    <a:gd name="T61" fmla="*/ 0 h 277"/>
                    <a:gd name="T62" fmla="*/ 0 w 355"/>
                    <a:gd name="T63" fmla="*/ 0 h 277"/>
                    <a:gd name="T64" fmla="*/ 0 w 355"/>
                    <a:gd name="T65" fmla="*/ 0 h 277"/>
                    <a:gd name="T66" fmla="*/ 0 w 355"/>
                    <a:gd name="T67" fmla="*/ 0 h 277"/>
                    <a:gd name="T68" fmla="*/ 0 w 355"/>
                    <a:gd name="T69" fmla="*/ 0 h 277"/>
                    <a:gd name="T70" fmla="*/ 0 w 355"/>
                    <a:gd name="T71" fmla="*/ 0 h 277"/>
                    <a:gd name="T72" fmla="*/ 0 w 355"/>
                    <a:gd name="T73" fmla="*/ 0 h 277"/>
                    <a:gd name="T74" fmla="*/ 0 w 355"/>
                    <a:gd name="T75" fmla="*/ 0 h 277"/>
                    <a:gd name="T76" fmla="*/ 0 w 355"/>
                    <a:gd name="T77" fmla="*/ 0 h 277"/>
                    <a:gd name="T78" fmla="*/ 0 w 355"/>
                    <a:gd name="T79" fmla="*/ 0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57" name="Freeform 19">
                  <a:extLst>
                    <a:ext uri="{FF2B5EF4-FFF2-40B4-BE49-F238E27FC236}">
                      <a16:creationId xmlns:a16="http://schemas.microsoft.com/office/drawing/2014/main" id="{22CAAFDF-9A3F-4702-92AD-14B7D027B106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821" y="541"/>
                  <a:ext cx="67" cy="68"/>
                </a:xfrm>
                <a:custGeom>
                  <a:avLst/>
                  <a:gdLst>
                    <a:gd name="T0" fmla="*/ 0 w 156"/>
                    <a:gd name="T1" fmla="*/ 0 h 206"/>
                    <a:gd name="T2" fmla="*/ 0 w 156"/>
                    <a:gd name="T3" fmla="*/ 0 h 206"/>
                    <a:gd name="T4" fmla="*/ 0 w 156"/>
                    <a:gd name="T5" fmla="*/ 0 h 206"/>
                    <a:gd name="T6" fmla="*/ 0 w 156"/>
                    <a:gd name="T7" fmla="*/ 0 h 206"/>
                    <a:gd name="T8" fmla="*/ 0 w 156"/>
                    <a:gd name="T9" fmla="*/ 0 h 206"/>
                    <a:gd name="T10" fmla="*/ 0 w 156"/>
                    <a:gd name="T11" fmla="*/ 0 h 206"/>
                    <a:gd name="T12" fmla="*/ 0 w 156"/>
                    <a:gd name="T13" fmla="*/ 0 h 206"/>
                    <a:gd name="T14" fmla="*/ 0 w 156"/>
                    <a:gd name="T15" fmla="*/ 0 h 206"/>
                    <a:gd name="T16" fmla="*/ 0 w 156"/>
                    <a:gd name="T17" fmla="*/ 0 h 206"/>
                    <a:gd name="T18" fmla="*/ 0 w 156"/>
                    <a:gd name="T19" fmla="*/ 0 h 206"/>
                    <a:gd name="T20" fmla="*/ 0 w 156"/>
                    <a:gd name="T21" fmla="*/ 0 h 206"/>
                    <a:gd name="T22" fmla="*/ 0 w 156"/>
                    <a:gd name="T23" fmla="*/ 0 h 206"/>
                    <a:gd name="T24" fmla="*/ 0 w 156"/>
                    <a:gd name="T25" fmla="*/ 0 h 206"/>
                    <a:gd name="T26" fmla="*/ 0 w 156"/>
                    <a:gd name="T27" fmla="*/ 0 h 206"/>
                    <a:gd name="T28" fmla="*/ 0 w 156"/>
                    <a:gd name="T29" fmla="*/ 0 h 206"/>
                    <a:gd name="T30" fmla="*/ 0 w 156"/>
                    <a:gd name="T31" fmla="*/ 0 h 206"/>
                    <a:gd name="T32" fmla="*/ 0 w 156"/>
                    <a:gd name="T33" fmla="*/ 0 h 206"/>
                    <a:gd name="T34" fmla="*/ 0 w 156"/>
                    <a:gd name="T35" fmla="*/ 0 h 206"/>
                    <a:gd name="T36" fmla="*/ 0 w 156"/>
                    <a:gd name="T37" fmla="*/ 0 h 206"/>
                    <a:gd name="T38" fmla="*/ 0 w 156"/>
                    <a:gd name="T39" fmla="*/ 0 h 206"/>
                    <a:gd name="T40" fmla="*/ 0 w 156"/>
                    <a:gd name="T41" fmla="*/ 0 h 206"/>
                    <a:gd name="T42" fmla="*/ 0 w 156"/>
                    <a:gd name="T43" fmla="*/ 0 h 206"/>
                    <a:gd name="T44" fmla="*/ 0 w 156"/>
                    <a:gd name="T45" fmla="*/ 0 h 206"/>
                    <a:gd name="T46" fmla="*/ 0 w 156"/>
                    <a:gd name="T47" fmla="*/ 0 h 206"/>
                    <a:gd name="T48" fmla="*/ 0 w 156"/>
                    <a:gd name="T49" fmla="*/ 0 h 206"/>
                    <a:gd name="T50" fmla="*/ 0 w 156"/>
                    <a:gd name="T51" fmla="*/ 0 h 206"/>
                    <a:gd name="T52" fmla="*/ 0 w 156"/>
                    <a:gd name="T53" fmla="*/ 0 h 206"/>
                    <a:gd name="T54" fmla="*/ 0 w 156"/>
                    <a:gd name="T55" fmla="*/ 0 h 206"/>
                    <a:gd name="T56" fmla="*/ 0 w 156"/>
                    <a:gd name="T57" fmla="*/ 0 h 206"/>
                    <a:gd name="T58" fmla="*/ 0 w 156"/>
                    <a:gd name="T59" fmla="*/ 0 h 206"/>
                    <a:gd name="T60" fmla="*/ 0 w 156"/>
                    <a:gd name="T61" fmla="*/ 0 h 206"/>
                    <a:gd name="T62" fmla="*/ 0 w 156"/>
                    <a:gd name="T63" fmla="*/ 0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58" name="Freeform 20">
                  <a:extLst>
                    <a:ext uri="{FF2B5EF4-FFF2-40B4-BE49-F238E27FC236}">
                      <a16:creationId xmlns:a16="http://schemas.microsoft.com/office/drawing/2014/main" id="{25227846-69F8-4FDA-96CC-FC299BAF5E93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888" y="572"/>
                  <a:ext cx="47" cy="13"/>
                </a:xfrm>
                <a:custGeom>
                  <a:avLst/>
                  <a:gdLst>
                    <a:gd name="T0" fmla="*/ 0 w 109"/>
                    <a:gd name="T1" fmla="*/ 0 h 38"/>
                    <a:gd name="T2" fmla="*/ 0 w 109"/>
                    <a:gd name="T3" fmla="*/ 0 h 38"/>
                    <a:gd name="T4" fmla="*/ 0 w 109"/>
                    <a:gd name="T5" fmla="*/ 0 h 38"/>
                    <a:gd name="T6" fmla="*/ 0 w 109"/>
                    <a:gd name="T7" fmla="*/ 0 h 38"/>
                    <a:gd name="T8" fmla="*/ 0 w 109"/>
                    <a:gd name="T9" fmla="*/ 0 h 38"/>
                    <a:gd name="T10" fmla="*/ 0 w 109"/>
                    <a:gd name="T11" fmla="*/ 0 h 38"/>
                    <a:gd name="T12" fmla="*/ 0 w 109"/>
                    <a:gd name="T13" fmla="*/ 0 h 38"/>
                    <a:gd name="T14" fmla="*/ 0 w 109"/>
                    <a:gd name="T15" fmla="*/ 0 h 38"/>
                    <a:gd name="T16" fmla="*/ 0 w 109"/>
                    <a:gd name="T17" fmla="*/ 0 h 38"/>
                    <a:gd name="T18" fmla="*/ 0 w 109"/>
                    <a:gd name="T19" fmla="*/ 0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59" name="Freeform 21">
                  <a:extLst>
                    <a:ext uri="{FF2B5EF4-FFF2-40B4-BE49-F238E27FC236}">
                      <a16:creationId xmlns:a16="http://schemas.microsoft.com/office/drawing/2014/main" id="{F0EB867D-64D5-43AE-A8F4-767DBA73E7D1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888" y="588"/>
                  <a:ext cx="32" cy="34"/>
                </a:xfrm>
                <a:custGeom>
                  <a:avLst/>
                  <a:gdLst>
                    <a:gd name="T0" fmla="*/ 0 w 76"/>
                    <a:gd name="T1" fmla="*/ 0 h 104"/>
                    <a:gd name="T2" fmla="*/ 0 w 76"/>
                    <a:gd name="T3" fmla="*/ 0 h 104"/>
                    <a:gd name="T4" fmla="*/ 0 w 76"/>
                    <a:gd name="T5" fmla="*/ 0 h 104"/>
                    <a:gd name="T6" fmla="*/ 0 w 76"/>
                    <a:gd name="T7" fmla="*/ 0 h 104"/>
                    <a:gd name="T8" fmla="*/ 0 w 76"/>
                    <a:gd name="T9" fmla="*/ 0 h 104"/>
                    <a:gd name="T10" fmla="*/ 0 w 76"/>
                    <a:gd name="T11" fmla="*/ 0 h 104"/>
                    <a:gd name="T12" fmla="*/ 0 w 76"/>
                    <a:gd name="T13" fmla="*/ 0 h 104"/>
                    <a:gd name="T14" fmla="*/ 0 w 76"/>
                    <a:gd name="T15" fmla="*/ 0 h 104"/>
                    <a:gd name="T16" fmla="*/ 0 w 76"/>
                    <a:gd name="T17" fmla="*/ 0 h 104"/>
                    <a:gd name="T18" fmla="*/ 0 w 76"/>
                    <a:gd name="T19" fmla="*/ 0 h 104"/>
                    <a:gd name="T20" fmla="*/ 0 w 76"/>
                    <a:gd name="T21" fmla="*/ 0 h 104"/>
                    <a:gd name="T22" fmla="*/ 0 w 76"/>
                    <a:gd name="T23" fmla="*/ 0 h 104"/>
                    <a:gd name="T24" fmla="*/ 0 w 76"/>
                    <a:gd name="T25" fmla="*/ 0 h 104"/>
                    <a:gd name="T26" fmla="*/ 0 w 76"/>
                    <a:gd name="T27" fmla="*/ 0 h 104"/>
                    <a:gd name="T28" fmla="*/ 0 w 76"/>
                    <a:gd name="T29" fmla="*/ 0 h 104"/>
                    <a:gd name="T30" fmla="*/ 0 w 76"/>
                    <a:gd name="T31" fmla="*/ 0 h 104"/>
                    <a:gd name="T32" fmla="*/ 0 w 76"/>
                    <a:gd name="T33" fmla="*/ 0 h 104"/>
                    <a:gd name="T34" fmla="*/ 0 w 76"/>
                    <a:gd name="T35" fmla="*/ 0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60" name="Freeform 22">
                  <a:extLst>
                    <a:ext uri="{FF2B5EF4-FFF2-40B4-BE49-F238E27FC236}">
                      <a16:creationId xmlns:a16="http://schemas.microsoft.com/office/drawing/2014/main" id="{31D48773-B08F-411E-A97E-EBB39C3C0E00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939" y="569"/>
                  <a:ext cx="16" cy="21"/>
                </a:xfrm>
                <a:custGeom>
                  <a:avLst/>
                  <a:gdLst>
                    <a:gd name="T0" fmla="*/ 0 w 37"/>
                    <a:gd name="T1" fmla="*/ 0 h 61"/>
                    <a:gd name="T2" fmla="*/ 0 w 37"/>
                    <a:gd name="T3" fmla="*/ 0 h 61"/>
                    <a:gd name="T4" fmla="*/ 0 w 37"/>
                    <a:gd name="T5" fmla="*/ 0 h 61"/>
                    <a:gd name="T6" fmla="*/ 0 w 37"/>
                    <a:gd name="T7" fmla="*/ 0 h 61"/>
                    <a:gd name="T8" fmla="*/ 0 w 37"/>
                    <a:gd name="T9" fmla="*/ 0 h 61"/>
                    <a:gd name="T10" fmla="*/ 0 w 37"/>
                    <a:gd name="T11" fmla="*/ 0 h 61"/>
                    <a:gd name="T12" fmla="*/ 0 w 37"/>
                    <a:gd name="T13" fmla="*/ 0 h 61"/>
                    <a:gd name="T14" fmla="*/ 0 w 37"/>
                    <a:gd name="T15" fmla="*/ 0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61" name="Freeform 23">
                  <a:extLst>
                    <a:ext uri="{FF2B5EF4-FFF2-40B4-BE49-F238E27FC236}">
                      <a16:creationId xmlns:a16="http://schemas.microsoft.com/office/drawing/2014/main" id="{91FCA999-51A6-4DB7-B023-57E7C076D236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948" y="600"/>
                  <a:ext cx="20" cy="10"/>
                </a:xfrm>
                <a:custGeom>
                  <a:avLst/>
                  <a:gdLst>
                    <a:gd name="T0" fmla="*/ 0 w 49"/>
                    <a:gd name="T1" fmla="*/ 0 h 29"/>
                    <a:gd name="T2" fmla="*/ 0 w 49"/>
                    <a:gd name="T3" fmla="*/ 0 h 29"/>
                    <a:gd name="T4" fmla="*/ 0 w 49"/>
                    <a:gd name="T5" fmla="*/ 0 h 29"/>
                    <a:gd name="T6" fmla="*/ 0 w 49"/>
                    <a:gd name="T7" fmla="*/ 0 h 29"/>
                    <a:gd name="T8" fmla="*/ 0 w 49"/>
                    <a:gd name="T9" fmla="*/ 0 h 29"/>
                    <a:gd name="T10" fmla="*/ 0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62" name="Freeform 24">
                  <a:extLst>
                    <a:ext uri="{FF2B5EF4-FFF2-40B4-BE49-F238E27FC236}">
                      <a16:creationId xmlns:a16="http://schemas.microsoft.com/office/drawing/2014/main" id="{1AEC4BF6-EA9C-4121-AD0A-15667C4A5E61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969" y="585"/>
                  <a:ext cx="25" cy="18"/>
                </a:xfrm>
                <a:custGeom>
                  <a:avLst/>
                  <a:gdLst>
                    <a:gd name="T0" fmla="*/ 0 w 61"/>
                    <a:gd name="T1" fmla="*/ 0 h 48"/>
                    <a:gd name="T2" fmla="*/ 0 w 61"/>
                    <a:gd name="T3" fmla="*/ 0 h 48"/>
                    <a:gd name="T4" fmla="*/ 0 w 61"/>
                    <a:gd name="T5" fmla="*/ 0 h 48"/>
                    <a:gd name="T6" fmla="*/ 0 w 61"/>
                    <a:gd name="T7" fmla="*/ 0 h 48"/>
                    <a:gd name="T8" fmla="*/ 0 w 61"/>
                    <a:gd name="T9" fmla="*/ 0 h 48"/>
                    <a:gd name="T10" fmla="*/ 0 w 61"/>
                    <a:gd name="T11" fmla="*/ 0 h 48"/>
                    <a:gd name="T12" fmla="*/ 0 w 61"/>
                    <a:gd name="T13" fmla="*/ 0 h 48"/>
                    <a:gd name="T14" fmla="*/ 0 w 61"/>
                    <a:gd name="T15" fmla="*/ 0 h 48"/>
                    <a:gd name="T16" fmla="*/ 0 w 61"/>
                    <a:gd name="T17" fmla="*/ 0 h 48"/>
                    <a:gd name="T18" fmla="*/ 0 w 61"/>
                    <a:gd name="T19" fmla="*/ 0 h 48"/>
                    <a:gd name="T20" fmla="*/ 0 w 61"/>
                    <a:gd name="T21" fmla="*/ 0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63" name="Freeform 25">
                  <a:extLst>
                    <a:ext uri="{FF2B5EF4-FFF2-40B4-BE49-F238E27FC236}">
                      <a16:creationId xmlns:a16="http://schemas.microsoft.com/office/drawing/2014/main" id="{7ECD83EB-8768-4633-A3EA-472FC1760171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973" y="593"/>
                  <a:ext cx="122" cy="61"/>
                </a:xfrm>
                <a:custGeom>
                  <a:avLst/>
                  <a:gdLst>
                    <a:gd name="T0" fmla="*/ 0 w 286"/>
                    <a:gd name="T1" fmla="*/ 0 h 182"/>
                    <a:gd name="T2" fmla="*/ 0 w 286"/>
                    <a:gd name="T3" fmla="*/ 0 h 182"/>
                    <a:gd name="T4" fmla="*/ 0 w 286"/>
                    <a:gd name="T5" fmla="*/ 0 h 182"/>
                    <a:gd name="T6" fmla="*/ 0 w 286"/>
                    <a:gd name="T7" fmla="*/ 0 h 182"/>
                    <a:gd name="T8" fmla="*/ 0 w 286"/>
                    <a:gd name="T9" fmla="*/ 0 h 182"/>
                    <a:gd name="T10" fmla="*/ 0 w 286"/>
                    <a:gd name="T11" fmla="*/ 0 h 182"/>
                    <a:gd name="T12" fmla="*/ 0 w 286"/>
                    <a:gd name="T13" fmla="*/ 0 h 182"/>
                    <a:gd name="T14" fmla="*/ 0 w 286"/>
                    <a:gd name="T15" fmla="*/ 0 h 182"/>
                    <a:gd name="T16" fmla="*/ 0 w 286"/>
                    <a:gd name="T17" fmla="*/ 0 h 182"/>
                    <a:gd name="T18" fmla="*/ 0 w 286"/>
                    <a:gd name="T19" fmla="*/ 0 h 182"/>
                    <a:gd name="T20" fmla="*/ 0 w 286"/>
                    <a:gd name="T21" fmla="*/ 0 h 182"/>
                    <a:gd name="T22" fmla="*/ 0 w 286"/>
                    <a:gd name="T23" fmla="*/ 0 h 182"/>
                    <a:gd name="T24" fmla="*/ 0 w 286"/>
                    <a:gd name="T25" fmla="*/ 0 h 182"/>
                    <a:gd name="T26" fmla="*/ 0 w 286"/>
                    <a:gd name="T27" fmla="*/ 0 h 182"/>
                    <a:gd name="T28" fmla="*/ 0 w 286"/>
                    <a:gd name="T29" fmla="*/ 0 h 182"/>
                    <a:gd name="T30" fmla="*/ 0 w 286"/>
                    <a:gd name="T31" fmla="*/ 0 h 182"/>
                    <a:gd name="T32" fmla="*/ 0 w 286"/>
                    <a:gd name="T33" fmla="*/ 0 h 182"/>
                    <a:gd name="T34" fmla="*/ 0 w 286"/>
                    <a:gd name="T35" fmla="*/ 0 h 182"/>
                    <a:gd name="T36" fmla="*/ 0 w 286"/>
                    <a:gd name="T37" fmla="*/ 0 h 182"/>
                    <a:gd name="T38" fmla="*/ 0 w 286"/>
                    <a:gd name="T39" fmla="*/ 0 h 182"/>
                    <a:gd name="T40" fmla="*/ 0 w 286"/>
                    <a:gd name="T41" fmla="*/ 0 h 182"/>
                    <a:gd name="T42" fmla="*/ 0 w 286"/>
                    <a:gd name="T43" fmla="*/ 0 h 182"/>
                    <a:gd name="T44" fmla="*/ 0 w 286"/>
                    <a:gd name="T45" fmla="*/ 0 h 182"/>
                    <a:gd name="T46" fmla="*/ 0 w 286"/>
                    <a:gd name="T47" fmla="*/ 0 h 182"/>
                    <a:gd name="T48" fmla="*/ 0 w 286"/>
                    <a:gd name="T49" fmla="*/ 0 h 182"/>
                    <a:gd name="T50" fmla="*/ 0 w 286"/>
                    <a:gd name="T51" fmla="*/ 0 h 182"/>
                    <a:gd name="T52" fmla="*/ 0 w 286"/>
                    <a:gd name="T53" fmla="*/ 0 h 182"/>
                    <a:gd name="T54" fmla="*/ 0 w 286"/>
                    <a:gd name="T55" fmla="*/ 0 h 182"/>
                    <a:gd name="T56" fmla="*/ 0 w 286"/>
                    <a:gd name="T57" fmla="*/ 0 h 182"/>
                    <a:gd name="T58" fmla="*/ 0 w 286"/>
                    <a:gd name="T59" fmla="*/ 0 h 182"/>
                    <a:gd name="T60" fmla="*/ 0 w 286"/>
                    <a:gd name="T61" fmla="*/ 0 h 182"/>
                    <a:gd name="T62" fmla="*/ 0 w 286"/>
                    <a:gd name="T63" fmla="*/ 0 h 182"/>
                    <a:gd name="T64" fmla="*/ 0 w 286"/>
                    <a:gd name="T65" fmla="*/ 0 h 182"/>
                    <a:gd name="T66" fmla="*/ 0 w 286"/>
                    <a:gd name="T67" fmla="*/ 0 h 182"/>
                    <a:gd name="T68" fmla="*/ 0 w 286"/>
                    <a:gd name="T69" fmla="*/ 0 h 182"/>
                    <a:gd name="T70" fmla="*/ 0 w 286"/>
                    <a:gd name="T71" fmla="*/ 0 h 182"/>
                    <a:gd name="T72" fmla="*/ 0 w 286"/>
                    <a:gd name="T73" fmla="*/ 0 h 182"/>
                    <a:gd name="T74" fmla="*/ 0 w 286"/>
                    <a:gd name="T75" fmla="*/ 0 h 182"/>
                    <a:gd name="T76" fmla="*/ 0 w 286"/>
                    <a:gd name="T77" fmla="*/ 0 h 182"/>
                    <a:gd name="T78" fmla="*/ 0 w 286"/>
                    <a:gd name="T79" fmla="*/ 0 h 182"/>
                    <a:gd name="T80" fmla="*/ 0 w 286"/>
                    <a:gd name="T81" fmla="*/ 0 h 182"/>
                    <a:gd name="T82" fmla="*/ 0 w 286"/>
                    <a:gd name="T83" fmla="*/ 0 h 182"/>
                    <a:gd name="T84" fmla="*/ 0 w 286"/>
                    <a:gd name="T85" fmla="*/ 0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64" name="Freeform 26">
                  <a:extLst>
                    <a:ext uri="{FF2B5EF4-FFF2-40B4-BE49-F238E27FC236}">
                      <a16:creationId xmlns:a16="http://schemas.microsoft.com/office/drawing/2014/main" id="{66AB0C39-DCF4-4BB9-BE3F-17FF200514C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075" y="599"/>
                  <a:ext cx="33" cy="26"/>
                </a:xfrm>
                <a:custGeom>
                  <a:avLst/>
                  <a:gdLst>
                    <a:gd name="T0" fmla="*/ 0 w 78"/>
                    <a:gd name="T1" fmla="*/ 0 h 78"/>
                    <a:gd name="T2" fmla="*/ 0 w 78"/>
                    <a:gd name="T3" fmla="*/ 0 h 78"/>
                    <a:gd name="T4" fmla="*/ 0 w 78"/>
                    <a:gd name="T5" fmla="*/ 0 h 78"/>
                    <a:gd name="T6" fmla="*/ 0 w 78"/>
                    <a:gd name="T7" fmla="*/ 0 h 78"/>
                    <a:gd name="T8" fmla="*/ 0 w 78"/>
                    <a:gd name="T9" fmla="*/ 0 h 78"/>
                    <a:gd name="T10" fmla="*/ 0 w 78"/>
                    <a:gd name="T11" fmla="*/ 0 h 78"/>
                    <a:gd name="T12" fmla="*/ 0 w 78"/>
                    <a:gd name="T13" fmla="*/ 0 h 78"/>
                    <a:gd name="T14" fmla="*/ 0 w 78"/>
                    <a:gd name="T15" fmla="*/ 0 h 78"/>
                    <a:gd name="T16" fmla="*/ 0 w 78"/>
                    <a:gd name="T17" fmla="*/ 0 h 78"/>
                    <a:gd name="T18" fmla="*/ 0 w 78"/>
                    <a:gd name="T19" fmla="*/ 0 h 78"/>
                    <a:gd name="T20" fmla="*/ 0 w 78"/>
                    <a:gd name="T21" fmla="*/ 0 h 78"/>
                    <a:gd name="T22" fmla="*/ 0 w 78"/>
                    <a:gd name="T23" fmla="*/ 0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65" name="Freeform 27">
                  <a:extLst>
                    <a:ext uri="{FF2B5EF4-FFF2-40B4-BE49-F238E27FC236}">
                      <a16:creationId xmlns:a16="http://schemas.microsoft.com/office/drawing/2014/main" id="{961DD1AE-E5CA-4F24-9EB8-04A62DB59347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152" y="544"/>
                  <a:ext cx="8" cy="6"/>
                </a:xfrm>
                <a:custGeom>
                  <a:avLst/>
                  <a:gdLst>
                    <a:gd name="T0" fmla="*/ 0 w 17"/>
                    <a:gd name="T1" fmla="*/ 0 h 18"/>
                    <a:gd name="T2" fmla="*/ 0 w 17"/>
                    <a:gd name="T3" fmla="*/ 0 h 18"/>
                    <a:gd name="T4" fmla="*/ 0 w 17"/>
                    <a:gd name="T5" fmla="*/ 0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66" name="Freeform 28">
                  <a:extLst>
                    <a:ext uri="{FF2B5EF4-FFF2-40B4-BE49-F238E27FC236}">
                      <a16:creationId xmlns:a16="http://schemas.microsoft.com/office/drawing/2014/main" id="{55DF9342-7FA4-4EED-A278-DCB781DC796A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194" y="584"/>
                  <a:ext cx="11" cy="8"/>
                </a:xfrm>
                <a:custGeom>
                  <a:avLst/>
                  <a:gdLst>
                    <a:gd name="T0" fmla="*/ 0 w 26"/>
                    <a:gd name="T1" fmla="*/ 0 h 22"/>
                    <a:gd name="T2" fmla="*/ 0 w 26"/>
                    <a:gd name="T3" fmla="*/ 0 h 22"/>
                    <a:gd name="T4" fmla="*/ 0 w 26"/>
                    <a:gd name="T5" fmla="*/ 0 h 22"/>
                    <a:gd name="T6" fmla="*/ 0 w 26"/>
                    <a:gd name="T7" fmla="*/ 0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67" name="Freeform 29">
                  <a:extLst>
                    <a:ext uri="{FF2B5EF4-FFF2-40B4-BE49-F238E27FC236}">
                      <a16:creationId xmlns:a16="http://schemas.microsoft.com/office/drawing/2014/main" id="{48F3158D-E381-4C69-801C-5C9F744DF68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058" y="494"/>
                  <a:ext cx="8" cy="5"/>
                </a:xfrm>
                <a:custGeom>
                  <a:avLst/>
                  <a:gdLst>
                    <a:gd name="T0" fmla="*/ 0 w 20"/>
                    <a:gd name="T1" fmla="*/ 0 h 15"/>
                    <a:gd name="T2" fmla="*/ 0 w 20"/>
                    <a:gd name="T3" fmla="*/ 0 h 15"/>
                    <a:gd name="T4" fmla="*/ 0 w 20"/>
                    <a:gd name="T5" fmla="*/ 0 h 15"/>
                    <a:gd name="T6" fmla="*/ 0 w 20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68" name="Freeform 30">
                  <a:extLst>
                    <a:ext uri="{FF2B5EF4-FFF2-40B4-BE49-F238E27FC236}">
                      <a16:creationId xmlns:a16="http://schemas.microsoft.com/office/drawing/2014/main" id="{86C303FD-C231-4D5F-AFFA-4E81662C4736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988" y="536"/>
                  <a:ext cx="8" cy="5"/>
                </a:xfrm>
                <a:custGeom>
                  <a:avLst/>
                  <a:gdLst>
                    <a:gd name="T0" fmla="*/ 0 w 20"/>
                    <a:gd name="T1" fmla="*/ 0 h 15"/>
                    <a:gd name="T2" fmla="*/ 0 w 20"/>
                    <a:gd name="T3" fmla="*/ 0 h 15"/>
                    <a:gd name="T4" fmla="*/ 0 w 20"/>
                    <a:gd name="T5" fmla="*/ 0 h 15"/>
                    <a:gd name="T6" fmla="*/ 0 w 20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69" name="Freeform 31">
                  <a:extLst>
                    <a:ext uri="{FF2B5EF4-FFF2-40B4-BE49-F238E27FC236}">
                      <a16:creationId xmlns:a16="http://schemas.microsoft.com/office/drawing/2014/main" id="{BFE5B5A2-757C-4190-9BBE-D75E3A03D491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905" y="523"/>
                  <a:ext cx="34" cy="28"/>
                </a:xfrm>
                <a:custGeom>
                  <a:avLst/>
                  <a:gdLst>
                    <a:gd name="T0" fmla="*/ 0 w 80"/>
                    <a:gd name="T1" fmla="*/ 0 h 80"/>
                    <a:gd name="T2" fmla="*/ 0 w 80"/>
                    <a:gd name="T3" fmla="*/ 0 h 80"/>
                    <a:gd name="T4" fmla="*/ 0 w 80"/>
                    <a:gd name="T5" fmla="*/ 0 h 80"/>
                    <a:gd name="T6" fmla="*/ 0 w 80"/>
                    <a:gd name="T7" fmla="*/ 0 h 80"/>
                    <a:gd name="T8" fmla="*/ 0 w 80"/>
                    <a:gd name="T9" fmla="*/ 0 h 80"/>
                    <a:gd name="T10" fmla="*/ 0 w 80"/>
                    <a:gd name="T11" fmla="*/ 0 h 80"/>
                    <a:gd name="T12" fmla="*/ 0 w 80"/>
                    <a:gd name="T13" fmla="*/ 0 h 80"/>
                    <a:gd name="T14" fmla="*/ 0 w 80"/>
                    <a:gd name="T15" fmla="*/ 0 h 80"/>
                    <a:gd name="T16" fmla="*/ 0 w 80"/>
                    <a:gd name="T17" fmla="*/ 0 h 80"/>
                    <a:gd name="T18" fmla="*/ 0 w 80"/>
                    <a:gd name="T19" fmla="*/ 0 h 80"/>
                    <a:gd name="T20" fmla="*/ 0 w 80"/>
                    <a:gd name="T21" fmla="*/ 0 h 80"/>
                    <a:gd name="T22" fmla="*/ 0 w 80"/>
                    <a:gd name="T23" fmla="*/ 0 h 80"/>
                    <a:gd name="T24" fmla="*/ 0 w 80"/>
                    <a:gd name="T25" fmla="*/ 0 h 80"/>
                    <a:gd name="T26" fmla="*/ 0 w 80"/>
                    <a:gd name="T27" fmla="*/ 0 h 80"/>
                    <a:gd name="T28" fmla="*/ 0 w 80"/>
                    <a:gd name="T29" fmla="*/ 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70" name="Freeform 32">
                  <a:extLst>
                    <a:ext uri="{FF2B5EF4-FFF2-40B4-BE49-F238E27FC236}">
                      <a16:creationId xmlns:a16="http://schemas.microsoft.com/office/drawing/2014/main" id="{024BC994-2848-43BB-BD43-461631AF933D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899" y="466"/>
                  <a:ext cx="40" cy="57"/>
                </a:xfrm>
                <a:custGeom>
                  <a:avLst/>
                  <a:gdLst>
                    <a:gd name="T0" fmla="*/ 0 w 94"/>
                    <a:gd name="T1" fmla="*/ 0 h 174"/>
                    <a:gd name="T2" fmla="*/ 0 w 94"/>
                    <a:gd name="T3" fmla="*/ 0 h 174"/>
                    <a:gd name="T4" fmla="*/ 0 w 94"/>
                    <a:gd name="T5" fmla="*/ 0 h 174"/>
                    <a:gd name="T6" fmla="*/ 0 w 94"/>
                    <a:gd name="T7" fmla="*/ 0 h 174"/>
                    <a:gd name="T8" fmla="*/ 0 w 94"/>
                    <a:gd name="T9" fmla="*/ 0 h 174"/>
                    <a:gd name="T10" fmla="*/ 0 w 94"/>
                    <a:gd name="T11" fmla="*/ 0 h 174"/>
                    <a:gd name="T12" fmla="*/ 0 w 94"/>
                    <a:gd name="T13" fmla="*/ 0 h 174"/>
                    <a:gd name="T14" fmla="*/ 0 w 94"/>
                    <a:gd name="T15" fmla="*/ 0 h 174"/>
                    <a:gd name="T16" fmla="*/ 0 w 94"/>
                    <a:gd name="T17" fmla="*/ 0 h 174"/>
                    <a:gd name="T18" fmla="*/ 0 w 94"/>
                    <a:gd name="T19" fmla="*/ 0 h 174"/>
                    <a:gd name="T20" fmla="*/ 0 w 94"/>
                    <a:gd name="T21" fmla="*/ 0 h 174"/>
                    <a:gd name="T22" fmla="*/ 0 w 94"/>
                    <a:gd name="T23" fmla="*/ 0 h 174"/>
                    <a:gd name="T24" fmla="*/ 0 w 94"/>
                    <a:gd name="T25" fmla="*/ 0 h 174"/>
                    <a:gd name="T26" fmla="*/ 0 w 94"/>
                    <a:gd name="T27" fmla="*/ 0 h 174"/>
                    <a:gd name="T28" fmla="*/ 0 w 94"/>
                    <a:gd name="T29" fmla="*/ 0 h 174"/>
                    <a:gd name="T30" fmla="*/ 0 w 94"/>
                    <a:gd name="T31" fmla="*/ 0 h 174"/>
                    <a:gd name="T32" fmla="*/ 0 w 94"/>
                    <a:gd name="T33" fmla="*/ 0 h 174"/>
                    <a:gd name="T34" fmla="*/ 0 w 94"/>
                    <a:gd name="T35" fmla="*/ 0 h 174"/>
                    <a:gd name="T36" fmla="*/ 0 w 94"/>
                    <a:gd name="T37" fmla="*/ 0 h 174"/>
                    <a:gd name="T38" fmla="*/ 0 w 94"/>
                    <a:gd name="T39" fmla="*/ 0 h 174"/>
                    <a:gd name="T40" fmla="*/ 0 w 94"/>
                    <a:gd name="T41" fmla="*/ 0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71" name="Freeform 33">
                  <a:extLst>
                    <a:ext uri="{FF2B5EF4-FFF2-40B4-BE49-F238E27FC236}">
                      <a16:creationId xmlns:a16="http://schemas.microsoft.com/office/drawing/2014/main" id="{4E036A56-589C-4F4B-95C3-8BA2E9CA043A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905" y="508"/>
                  <a:ext cx="14" cy="17"/>
                </a:xfrm>
                <a:custGeom>
                  <a:avLst/>
                  <a:gdLst>
                    <a:gd name="T0" fmla="*/ 0 w 32"/>
                    <a:gd name="T1" fmla="*/ 0 h 50"/>
                    <a:gd name="T2" fmla="*/ 0 w 32"/>
                    <a:gd name="T3" fmla="*/ 0 h 50"/>
                    <a:gd name="T4" fmla="*/ 0 w 32"/>
                    <a:gd name="T5" fmla="*/ 0 h 50"/>
                    <a:gd name="T6" fmla="*/ 0 w 32"/>
                    <a:gd name="T7" fmla="*/ 0 h 50"/>
                    <a:gd name="T8" fmla="*/ 0 w 32"/>
                    <a:gd name="T9" fmla="*/ 0 h 50"/>
                    <a:gd name="T10" fmla="*/ 0 w 32"/>
                    <a:gd name="T11" fmla="*/ 0 h 50"/>
                    <a:gd name="T12" fmla="*/ 0 w 32"/>
                    <a:gd name="T13" fmla="*/ 0 h 50"/>
                    <a:gd name="T14" fmla="*/ 0 w 32"/>
                    <a:gd name="T15" fmla="*/ 0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72" name="Freeform 34">
                  <a:extLst>
                    <a:ext uri="{FF2B5EF4-FFF2-40B4-BE49-F238E27FC236}">
                      <a16:creationId xmlns:a16="http://schemas.microsoft.com/office/drawing/2014/main" id="{BFB9CAF8-B777-4523-BEE4-43DAA2E8E529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881" y="512"/>
                  <a:ext cx="19" cy="17"/>
                </a:xfrm>
                <a:custGeom>
                  <a:avLst/>
                  <a:gdLst>
                    <a:gd name="T0" fmla="*/ 0 w 43"/>
                    <a:gd name="T1" fmla="*/ 0 h 50"/>
                    <a:gd name="T2" fmla="*/ 0 w 43"/>
                    <a:gd name="T3" fmla="*/ 0 h 50"/>
                    <a:gd name="T4" fmla="*/ 0 w 43"/>
                    <a:gd name="T5" fmla="*/ 0 h 50"/>
                    <a:gd name="T6" fmla="*/ 0 w 43"/>
                    <a:gd name="T7" fmla="*/ 0 h 50"/>
                    <a:gd name="T8" fmla="*/ 0 w 43"/>
                    <a:gd name="T9" fmla="*/ 0 h 50"/>
                    <a:gd name="T10" fmla="*/ 0 w 43"/>
                    <a:gd name="T11" fmla="*/ 0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73" name="Freeform 35">
                  <a:extLst>
                    <a:ext uri="{FF2B5EF4-FFF2-40B4-BE49-F238E27FC236}">
                      <a16:creationId xmlns:a16="http://schemas.microsoft.com/office/drawing/2014/main" id="{F9F3EE6A-593A-424C-B4FF-6C732EEF823C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922" y="489"/>
                  <a:ext cx="299" cy="179"/>
                </a:xfrm>
                <a:custGeom>
                  <a:avLst/>
                  <a:gdLst>
                    <a:gd name="T0" fmla="*/ 1 w 471"/>
                    <a:gd name="T1" fmla="*/ 1 h 281"/>
                    <a:gd name="T2" fmla="*/ 1 w 471"/>
                    <a:gd name="T3" fmla="*/ 1 h 281"/>
                    <a:gd name="T4" fmla="*/ 1 w 471"/>
                    <a:gd name="T5" fmla="*/ 1 h 281"/>
                    <a:gd name="T6" fmla="*/ 1 w 471"/>
                    <a:gd name="T7" fmla="*/ 1 h 281"/>
                    <a:gd name="T8" fmla="*/ 1 w 471"/>
                    <a:gd name="T9" fmla="*/ 1 h 281"/>
                    <a:gd name="T10" fmla="*/ 0 w 471"/>
                    <a:gd name="T11" fmla="*/ 1 h 281"/>
                    <a:gd name="T12" fmla="*/ 1 w 471"/>
                    <a:gd name="T13" fmla="*/ 1 h 281"/>
                    <a:gd name="T14" fmla="*/ 1 w 471"/>
                    <a:gd name="T15" fmla="*/ 1 h 281"/>
                    <a:gd name="T16" fmla="*/ 1 w 471"/>
                    <a:gd name="T17" fmla="*/ 1 h 281"/>
                    <a:gd name="T18" fmla="*/ 1 w 471"/>
                    <a:gd name="T19" fmla="*/ 1 h 281"/>
                    <a:gd name="T20" fmla="*/ 1 w 471"/>
                    <a:gd name="T21" fmla="*/ 1 h 281"/>
                    <a:gd name="T22" fmla="*/ 1 w 471"/>
                    <a:gd name="T23" fmla="*/ 1 h 281"/>
                    <a:gd name="T24" fmla="*/ 1 w 471"/>
                    <a:gd name="T25" fmla="*/ 1 h 281"/>
                    <a:gd name="T26" fmla="*/ 1 w 471"/>
                    <a:gd name="T27" fmla="*/ 1 h 281"/>
                    <a:gd name="T28" fmla="*/ 1 w 471"/>
                    <a:gd name="T29" fmla="*/ 1 h 281"/>
                    <a:gd name="T30" fmla="*/ 1 w 471"/>
                    <a:gd name="T31" fmla="*/ 1 h 281"/>
                    <a:gd name="T32" fmla="*/ 1 w 471"/>
                    <a:gd name="T33" fmla="*/ 1 h 281"/>
                    <a:gd name="T34" fmla="*/ 1 w 471"/>
                    <a:gd name="T35" fmla="*/ 0 h 281"/>
                    <a:gd name="T36" fmla="*/ 1 w 471"/>
                    <a:gd name="T37" fmla="*/ 1 h 281"/>
                    <a:gd name="T38" fmla="*/ 1 w 471"/>
                    <a:gd name="T39" fmla="*/ 1 h 281"/>
                    <a:gd name="T40" fmla="*/ 1 w 471"/>
                    <a:gd name="T41" fmla="*/ 1 h 281"/>
                    <a:gd name="T42" fmla="*/ 1 w 471"/>
                    <a:gd name="T43" fmla="*/ 1 h 281"/>
                    <a:gd name="T44" fmla="*/ 1 w 471"/>
                    <a:gd name="T45" fmla="*/ 1 h 281"/>
                    <a:gd name="T46" fmla="*/ 1 w 471"/>
                    <a:gd name="T47" fmla="*/ 1 h 281"/>
                    <a:gd name="T48" fmla="*/ 1 w 471"/>
                    <a:gd name="T49" fmla="*/ 1 h 281"/>
                    <a:gd name="T50" fmla="*/ 1 w 471"/>
                    <a:gd name="T51" fmla="*/ 1 h 281"/>
                    <a:gd name="T52" fmla="*/ 1 w 471"/>
                    <a:gd name="T53" fmla="*/ 1 h 281"/>
                    <a:gd name="T54" fmla="*/ 1 w 471"/>
                    <a:gd name="T55" fmla="*/ 1 h 281"/>
                    <a:gd name="T56" fmla="*/ 1 w 471"/>
                    <a:gd name="T57" fmla="*/ 1 h 281"/>
                    <a:gd name="T58" fmla="*/ 1 w 471"/>
                    <a:gd name="T59" fmla="*/ 1 h 281"/>
                    <a:gd name="T60" fmla="*/ 1 w 471"/>
                    <a:gd name="T61" fmla="*/ 1 h 281"/>
                    <a:gd name="T62" fmla="*/ 1 w 471"/>
                    <a:gd name="T63" fmla="*/ 1 h 281"/>
                    <a:gd name="T64" fmla="*/ 1 w 471"/>
                    <a:gd name="T65" fmla="*/ 1 h 281"/>
                    <a:gd name="T66" fmla="*/ 1 w 471"/>
                    <a:gd name="T67" fmla="*/ 1 h 281"/>
                    <a:gd name="T68" fmla="*/ 1 w 471"/>
                    <a:gd name="T69" fmla="*/ 1 h 281"/>
                    <a:gd name="T70" fmla="*/ 1 w 471"/>
                    <a:gd name="T71" fmla="*/ 1 h 281"/>
                    <a:gd name="T72" fmla="*/ 1 w 471"/>
                    <a:gd name="T73" fmla="*/ 1 h 281"/>
                    <a:gd name="T74" fmla="*/ 1 w 471"/>
                    <a:gd name="T75" fmla="*/ 1 h 281"/>
                    <a:gd name="T76" fmla="*/ 1 w 471"/>
                    <a:gd name="T77" fmla="*/ 1 h 281"/>
                    <a:gd name="T78" fmla="*/ 1 w 471"/>
                    <a:gd name="T79" fmla="*/ 1 h 281"/>
                    <a:gd name="T80" fmla="*/ 1 w 471"/>
                    <a:gd name="T81" fmla="*/ 1 h 281"/>
                    <a:gd name="T82" fmla="*/ 1 w 471"/>
                    <a:gd name="T83" fmla="*/ 1 h 281"/>
                    <a:gd name="T84" fmla="*/ 1 w 471"/>
                    <a:gd name="T85" fmla="*/ 1 h 281"/>
                    <a:gd name="T86" fmla="*/ 1 w 471"/>
                    <a:gd name="T87" fmla="*/ 1 h 281"/>
                    <a:gd name="T88" fmla="*/ 1 w 471"/>
                    <a:gd name="T89" fmla="*/ 1 h 281"/>
                    <a:gd name="T90" fmla="*/ 1 w 471"/>
                    <a:gd name="T91" fmla="*/ 1 h 281"/>
                    <a:gd name="T92" fmla="*/ 1 w 471"/>
                    <a:gd name="T93" fmla="*/ 1 h 281"/>
                    <a:gd name="T94" fmla="*/ 1 w 471"/>
                    <a:gd name="T95" fmla="*/ 1 h 281"/>
                    <a:gd name="T96" fmla="*/ 1 w 471"/>
                    <a:gd name="T97" fmla="*/ 1 h 281"/>
                    <a:gd name="T98" fmla="*/ 1 w 471"/>
                    <a:gd name="T99" fmla="*/ 1 h 281"/>
                    <a:gd name="T100" fmla="*/ 1 w 471"/>
                    <a:gd name="T101" fmla="*/ 1 h 281"/>
                    <a:gd name="T102" fmla="*/ 1 w 471"/>
                    <a:gd name="T103" fmla="*/ 1 h 281"/>
                    <a:gd name="T104" fmla="*/ 1 w 471"/>
                    <a:gd name="T105" fmla="*/ 1 h 281"/>
                    <a:gd name="T106" fmla="*/ 1 w 471"/>
                    <a:gd name="T107" fmla="*/ 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74" name="Freeform 36">
                  <a:extLst>
                    <a:ext uri="{FF2B5EF4-FFF2-40B4-BE49-F238E27FC236}">
                      <a16:creationId xmlns:a16="http://schemas.microsoft.com/office/drawing/2014/main" id="{02D09C61-7AA3-4B29-BFE9-4C571AA86A46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533" y="242"/>
                  <a:ext cx="420" cy="284"/>
                </a:xfrm>
                <a:custGeom>
                  <a:avLst/>
                  <a:gdLst>
                    <a:gd name="T0" fmla="*/ 0 w 984"/>
                    <a:gd name="T1" fmla="*/ 0 h 844"/>
                    <a:gd name="T2" fmla="*/ 0 w 984"/>
                    <a:gd name="T3" fmla="*/ 0 h 844"/>
                    <a:gd name="T4" fmla="*/ 0 w 984"/>
                    <a:gd name="T5" fmla="*/ 0 h 844"/>
                    <a:gd name="T6" fmla="*/ 0 w 984"/>
                    <a:gd name="T7" fmla="*/ 0 h 844"/>
                    <a:gd name="T8" fmla="*/ 0 w 984"/>
                    <a:gd name="T9" fmla="*/ 0 h 844"/>
                    <a:gd name="T10" fmla="*/ 0 w 984"/>
                    <a:gd name="T11" fmla="*/ 0 h 844"/>
                    <a:gd name="T12" fmla="*/ 0 w 984"/>
                    <a:gd name="T13" fmla="*/ 0 h 844"/>
                    <a:gd name="T14" fmla="*/ 0 w 984"/>
                    <a:gd name="T15" fmla="*/ 0 h 844"/>
                    <a:gd name="T16" fmla="*/ 0 w 984"/>
                    <a:gd name="T17" fmla="*/ 0 h 844"/>
                    <a:gd name="T18" fmla="*/ 0 w 984"/>
                    <a:gd name="T19" fmla="*/ 0 h 844"/>
                    <a:gd name="T20" fmla="*/ 0 w 984"/>
                    <a:gd name="T21" fmla="*/ 0 h 844"/>
                    <a:gd name="T22" fmla="*/ 0 w 984"/>
                    <a:gd name="T23" fmla="*/ 0 h 844"/>
                    <a:gd name="T24" fmla="*/ 0 w 984"/>
                    <a:gd name="T25" fmla="*/ 0 h 844"/>
                    <a:gd name="T26" fmla="*/ 0 w 984"/>
                    <a:gd name="T27" fmla="*/ 0 h 844"/>
                    <a:gd name="T28" fmla="*/ 0 w 984"/>
                    <a:gd name="T29" fmla="*/ 0 h 844"/>
                    <a:gd name="T30" fmla="*/ 0 w 984"/>
                    <a:gd name="T31" fmla="*/ 0 h 844"/>
                    <a:gd name="T32" fmla="*/ 0 w 984"/>
                    <a:gd name="T33" fmla="*/ 0 h 844"/>
                    <a:gd name="T34" fmla="*/ 0 w 984"/>
                    <a:gd name="T35" fmla="*/ 0 h 844"/>
                    <a:gd name="T36" fmla="*/ 0 w 984"/>
                    <a:gd name="T37" fmla="*/ 0 h 844"/>
                    <a:gd name="T38" fmla="*/ 0 w 984"/>
                    <a:gd name="T39" fmla="*/ 0 h 844"/>
                    <a:gd name="T40" fmla="*/ 0 w 984"/>
                    <a:gd name="T41" fmla="*/ 0 h 844"/>
                    <a:gd name="T42" fmla="*/ 0 w 984"/>
                    <a:gd name="T43" fmla="*/ 0 h 844"/>
                    <a:gd name="T44" fmla="*/ 0 w 984"/>
                    <a:gd name="T45" fmla="*/ 0 h 844"/>
                    <a:gd name="T46" fmla="*/ 0 w 984"/>
                    <a:gd name="T47" fmla="*/ 0 h 844"/>
                    <a:gd name="T48" fmla="*/ 0 w 984"/>
                    <a:gd name="T49" fmla="*/ 0 h 844"/>
                    <a:gd name="T50" fmla="*/ 0 w 984"/>
                    <a:gd name="T51" fmla="*/ 0 h 844"/>
                    <a:gd name="T52" fmla="*/ 0 w 984"/>
                    <a:gd name="T53" fmla="*/ 0 h 844"/>
                    <a:gd name="T54" fmla="*/ 0 w 984"/>
                    <a:gd name="T55" fmla="*/ 0 h 844"/>
                    <a:gd name="T56" fmla="*/ 0 w 984"/>
                    <a:gd name="T57" fmla="*/ 0 h 844"/>
                    <a:gd name="T58" fmla="*/ 0 w 984"/>
                    <a:gd name="T59" fmla="*/ 0 h 844"/>
                    <a:gd name="T60" fmla="*/ 0 w 984"/>
                    <a:gd name="T61" fmla="*/ 0 h 844"/>
                    <a:gd name="T62" fmla="*/ 0 w 984"/>
                    <a:gd name="T63" fmla="*/ 0 h 844"/>
                    <a:gd name="T64" fmla="*/ 0 w 984"/>
                    <a:gd name="T65" fmla="*/ 0 h 844"/>
                    <a:gd name="T66" fmla="*/ 0 w 984"/>
                    <a:gd name="T67" fmla="*/ 0 h 844"/>
                    <a:gd name="T68" fmla="*/ 0 w 984"/>
                    <a:gd name="T69" fmla="*/ 0 h 844"/>
                    <a:gd name="T70" fmla="*/ 0 w 984"/>
                    <a:gd name="T71" fmla="*/ 0 h 844"/>
                    <a:gd name="T72" fmla="*/ 0 w 984"/>
                    <a:gd name="T73" fmla="*/ 0 h 844"/>
                    <a:gd name="T74" fmla="*/ 0 w 984"/>
                    <a:gd name="T75" fmla="*/ 0 h 844"/>
                    <a:gd name="T76" fmla="*/ 0 w 984"/>
                    <a:gd name="T77" fmla="*/ 0 h 844"/>
                    <a:gd name="T78" fmla="*/ 0 w 984"/>
                    <a:gd name="T79" fmla="*/ 0 h 844"/>
                    <a:gd name="T80" fmla="*/ 0 w 984"/>
                    <a:gd name="T81" fmla="*/ 0 h 844"/>
                    <a:gd name="T82" fmla="*/ 0 w 984"/>
                    <a:gd name="T83" fmla="*/ 0 h 844"/>
                    <a:gd name="T84" fmla="*/ 0 w 984"/>
                    <a:gd name="T85" fmla="*/ 0 h 844"/>
                    <a:gd name="T86" fmla="*/ 0 w 984"/>
                    <a:gd name="T87" fmla="*/ 0 h 844"/>
                    <a:gd name="T88" fmla="*/ 0 w 984"/>
                    <a:gd name="T89" fmla="*/ 0 h 844"/>
                    <a:gd name="T90" fmla="*/ 0 w 984"/>
                    <a:gd name="T91" fmla="*/ 0 h 844"/>
                    <a:gd name="T92" fmla="*/ 0 w 984"/>
                    <a:gd name="T93" fmla="*/ 0 h 844"/>
                    <a:gd name="T94" fmla="*/ 0 w 984"/>
                    <a:gd name="T95" fmla="*/ 0 h 844"/>
                    <a:gd name="T96" fmla="*/ 0 w 984"/>
                    <a:gd name="T97" fmla="*/ 0 h 844"/>
                    <a:gd name="T98" fmla="*/ 0 w 984"/>
                    <a:gd name="T99" fmla="*/ 0 h 844"/>
                    <a:gd name="T100" fmla="*/ 0 w 984"/>
                    <a:gd name="T101" fmla="*/ 0 h 844"/>
                    <a:gd name="T102" fmla="*/ 0 w 984"/>
                    <a:gd name="T103" fmla="*/ 0 h 844"/>
                    <a:gd name="T104" fmla="*/ 0 w 984"/>
                    <a:gd name="T105" fmla="*/ 0 h 844"/>
                    <a:gd name="T106" fmla="*/ 0 w 984"/>
                    <a:gd name="T107" fmla="*/ 0 h 844"/>
                    <a:gd name="T108" fmla="*/ 0 w 984"/>
                    <a:gd name="T109" fmla="*/ 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75" name="Freeform 37">
                  <a:extLst>
                    <a:ext uri="{FF2B5EF4-FFF2-40B4-BE49-F238E27FC236}">
                      <a16:creationId xmlns:a16="http://schemas.microsoft.com/office/drawing/2014/main" id="{78AAC3AE-F9AF-4B24-8E90-7E2FF154239A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397" y="445"/>
                  <a:ext cx="15" cy="16"/>
                </a:xfrm>
                <a:custGeom>
                  <a:avLst/>
                  <a:gdLst>
                    <a:gd name="T0" fmla="*/ 0 w 36"/>
                    <a:gd name="T1" fmla="*/ 0 h 48"/>
                    <a:gd name="T2" fmla="*/ 0 w 36"/>
                    <a:gd name="T3" fmla="*/ 0 h 48"/>
                    <a:gd name="T4" fmla="*/ 0 w 36"/>
                    <a:gd name="T5" fmla="*/ 0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76" name="Freeform 38">
                  <a:extLst>
                    <a:ext uri="{FF2B5EF4-FFF2-40B4-BE49-F238E27FC236}">
                      <a16:creationId xmlns:a16="http://schemas.microsoft.com/office/drawing/2014/main" id="{F7777133-9B84-4817-89B3-C67572D6210B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393" y="439"/>
                  <a:ext cx="16" cy="12"/>
                </a:xfrm>
                <a:custGeom>
                  <a:avLst/>
                  <a:gdLst>
                    <a:gd name="T0" fmla="*/ 0 w 36"/>
                    <a:gd name="T1" fmla="*/ 0 h 37"/>
                    <a:gd name="T2" fmla="*/ 0 w 36"/>
                    <a:gd name="T3" fmla="*/ 0 h 37"/>
                    <a:gd name="T4" fmla="*/ 0 w 36"/>
                    <a:gd name="T5" fmla="*/ 0 h 37"/>
                    <a:gd name="T6" fmla="*/ 0 w 36"/>
                    <a:gd name="T7" fmla="*/ 0 h 37"/>
                    <a:gd name="T8" fmla="*/ 0 w 36"/>
                    <a:gd name="T9" fmla="*/ 0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77" name="Freeform 39">
                  <a:extLst>
                    <a:ext uri="{FF2B5EF4-FFF2-40B4-BE49-F238E27FC236}">
                      <a16:creationId xmlns:a16="http://schemas.microsoft.com/office/drawing/2014/main" id="{28121114-4C38-4580-8F9E-8EB97EC1E24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872" y="406"/>
                  <a:ext cx="76" cy="33"/>
                </a:xfrm>
                <a:custGeom>
                  <a:avLst/>
                  <a:gdLst>
                    <a:gd name="T0" fmla="*/ 0 w 170"/>
                    <a:gd name="T1" fmla="*/ 0 h 96"/>
                    <a:gd name="T2" fmla="*/ 0 w 170"/>
                    <a:gd name="T3" fmla="*/ 0 h 96"/>
                    <a:gd name="T4" fmla="*/ 0 w 170"/>
                    <a:gd name="T5" fmla="*/ 0 h 96"/>
                    <a:gd name="T6" fmla="*/ 0 w 170"/>
                    <a:gd name="T7" fmla="*/ 0 h 96"/>
                    <a:gd name="T8" fmla="*/ 0 w 170"/>
                    <a:gd name="T9" fmla="*/ 0 h 96"/>
                    <a:gd name="T10" fmla="*/ 0 w 170"/>
                    <a:gd name="T11" fmla="*/ 0 h 96"/>
                    <a:gd name="T12" fmla="*/ 0 w 170"/>
                    <a:gd name="T13" fmla="*/ 0 h 96"/>
                    <a:gd name="T14" fmla="*/ 0 w 170"/>
                    <a:gd name="T15" fmla="*/ 0 h 96"/>
                    <a:gd name="T16" fmla="*/ 0 w 170"/>
                    <a:gd name="T17" fmla="*/ 0 h 96"/>
                    <a:gd name="T18" fmla="*/ 0 w 170"/>
                    <a:gd name="T19" fmla="*/ 0 h 96"/>
                    <a:gd name="T20" fmla="*/ 0 w 170"/>
                    <a:gd name="T21" fmla="*/ 0 h 96"/>
                    <a:gd name="T22" fmla="*/ 0 w 170"/>
                    <a:gd name="T23" fmla="*/ 0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78" name="Freeform 40">
                  <a:extLst>
                    <a:ext uri="{FF2B5EF4-FFF2-40B4-BE49-F238E27FC236}">
                      <a16:creationId xmlns:a16="http://schemas.microsoft.com/office/drawing/2014/main" id="{B538F59B-8363-4E88-BE30-AA23F2FBD7F7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955" y="433"/>
                  <a:ext cx="59" cy="15"/>
                </a:xfrm>
                <a:custGeom>
                  <a:avLst/>
                  <a:gdLst>
                    <a:gd name="T0" fmla="*/ 0 w 138"/>
                    <a:gd name="T1" fmla="*/ 0 h 44"/>
                    <a:gd name="T2" fmla="*/ 0 w 138"/>
                    <a:gd name="T3" fmla="*/ 0 h 44"/>
                    <a:gd name="T4" fmla="*/ 0 w 138"/>
                    <a:gd name="T5" fmla="*/ 0 h 44"/>
                    <a:gd name="T6" fmla="*/ 0 w 138"/>
                    <a:gd name="T7" fmla="*/ 0 h 44"/>
                    <a:gd name="T8" fmla="*/ 0 w 138"/>
                    <a:gd name="T9" fmla="*/ 0 h 44"/>
                    <a:gd name="T10" fmla="*/ 0 w 138"/>
                    <a:gd name="T11" fmla="*/ 0 h 44"/>
                    <a:gd name="T12" fmla="*/ 0 w 138"/>
                    <a:gd name="T13" fmla="*/ 0 h 44"/>
                    <a:gd name="T14" fmla="*/ 0 w 138"/>
                    <a:gd name="T15" fmla="*/ 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79" name="Freeform 41">
                  <a:extLst>
                    <a:ext uri="{FF2B5EF4-FFF2-40B4-BE49-F238E27FC236}">
                      <a16:creationId xmlns:a16="http://schemas.microsoft.com/office/drawing/2014/main" id="{16856169-0353-49FB-A1D6-EC3736C6BE8F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922" y="441"/>
                  <a:ext cx="24" cy="14"/>
                </a:xfrm>
                <a:custGeom>
                  <a:avLst/>
                  <a:gdLst>
                    <a:gd name="T0" fmla="*/ 0 w 57"/>
                    <a:gd name="T1" fmla="*/ 0 h 42"/>
                    <a:gd name="T2" fmla="*/ 0 w 57"/>
                    <a:gd name="T3" fmla="*/ 0 h 42"/>
                    <a:gd name="T4" fmla="*/ 0 w 57"/>
                    <a:gd name="T5" fmla="*/ 0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80" name="Freeform 42">
                  <a:extLst>
                    <a:ext uri="{FF2B5EF4-FFF2-40B4-BE49-F238E27FC236}">
                      <a16:creationId xmlns:a16="http://schemas.microsoft.com/office/drawing/2014/main" id="{B8B72486-29B9-44E7-A891-B3321CA19017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906" y="398"/>
                  <a:ext cx="16" cy="18"/>
                </a:xfrm>
                <a:custGeom>
                  <a:avLst/>
                  <a:gdLst>
                    <a:gd name="T0" fmla="*/ 0 w 39"/>
                    <a:gd name="T1" fmla="*/ 0 h 52"/>
                    <a:gd name="T2" fmla="*/ 0 w 39"/>
                    <a:gd name="T3" fmla="*/ 0 h 52"/>
                    <a:gd name="T4" fmla="*/ 0 w 39"/>
                    <a:gd name="T5" fmla="*/ 0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81" name="Freeform 43">
                  <a:extLst>
                    <a:ext uri="{FF2B5EF4-FFF2-40B4-BE49-F238E27FC236}">
                      <a16:creationId xmlns:a16="http://schemas.microsoft.com/office/drawing/2014/main" id="{74DEE3DD-4AE3-4786-8EC2-0734B809A413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3035" y="452"/>
                  <a:ext cx="19" cy="28"/>
                </a:xfrm>
                <a:custGeom>
                  <a:avLst/>
                  <a:gdLst>
                    <a:gd name="T0" fmla="*/ 0 w 44"/>
                    <a:gd name="T1" fmla="*/ 0 h 80"/>
                    <a:gd name="T2" fmla="*/ 0 w 44"/>
                    <a:gd name="T3" fmla="*/ 0 h 80"/>
                    <a:gd name="T4" fmla="*/ 0 w 44"/>
                    <a:gd name="T5" fmla="*/ 0 h 80"/>
                    <a:gd name="T6" fmla="*/ 0 w 44"/>
                    <a:gd name="T7" fmla="*/ 0 h 80"/>
                    <a:gd name="T8" fmla="*/ 0 w 44"/>
                    <a:gd name="T9" fmla="*/ 0 h 80"/>
                    <a:gd name="T10" fmla="*/ 0 w 44"/>
                    <a:gd name="T11" fmla="*/ 0 h 80"/>
                    <a:gd name="T12" fmla="*/ 0 w 44"/>
                    <a:gd name="T13" fmla="*/ 0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82" name="Freeform 44">
                  <a:extLst>
                    <a:ext uri="{FF2B5EF4-FFF2-40B4-BE49-F238E27FC236}">
                      <a16:creationId xmlns:a16="http://schemas.microsoft.com/office/drawing/2014/main" id="{7818BE93-D678-44F7-8940-2E7B4EDB8A36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696" y="247"/>
                  <a:ext cx="205" cy="41"/>
                </a:xfrm>
                <a:custGeom>
                  <a:avLst/>
                  <a:gdLst>
                    <a:gd name="T0" fmla="*/ 1 w 323"/>
                    <a:gd name="T1" fmla="*/ 1 h 64"/>
                    <a:gd name="T2" fmla="*/ 1 w 323"/>
                    <a:gd name="T3" fmla="*/ 1 h 64"/>
                    <a:gd name="T4" fmla="*/ 1 w 323"/>
                    <a:gd name="T5" fmla="*/ 0 h 64"/>
                    <a:gd name="T6" fmla="*/ 1 w 323"/>
                    <a:gd name="T7" fmla="*/ 0 h 64"/>
                    <a:gd name="T8" fmla="*/ 1 w 323"/>
                    <a:gd name="T9" fmla="*/ 1 h 64"/>
                    <a:gd name="T10" fmla="*/ 1 w 323"/>
                    <a:gd name="T11" fmla="*/ 1 h 64"/>
                    <a:gd name="T12" fmla="*/ 1 w 323"/>
                    <a:gd name="T13" fmla="*/ 1 h 64"/>
                    <a:gd name="T14" fmla="*/ 1 w 323"/>
                    <a:gd name="T15" fmla="*/ 1 h 64"/>
                    <a:gd name="T16" fmla="*/ 1 w 323"/>
                    <a:gd name="T17" fmla="*/ 1 h 64"/>
                    <a:gd name="T18" fmla="*/ 1 w 323"/>
                    <a:gd name="T19" fmla="*/ 1 h 64"/>
                    <a:gd name="T20" fmla="*/ 1 w 323"/>
                    <a:gd name="T21" fmla="*/ 1 h 64"/>
                    <a:gd name="T22" fmla="*/ 1 w 323"/>
                    <a:gd name="T23" fmla="*/ 1 h 64"/>
                    <a:gd name="T24" fmla="*/ 1 w 323"/>
                    <a:gd name="T25" fmla="*/ 1 h 64"/>
                    <a:gd name="T26" fmla="*/ 1 w 323"/>
                    <a:gd name="T27" fmla="*/ 1 h 64"/>
                    <a:gd name="T28" fmla="*/ 1 w 323"/>
                    <a:gd name="T29" fmla="*/ 1 h 64"/>
                    <a:gd name="T30" fmla="*/ 1 w 323"/>
                    <a:gd name="T31" fmla="*/ 1 h 64"/>
                    <a:gd name="T32" fmla="*/ 1 w 323"/>
                    <a:gd name="T33" fmla="*/ 1 h 64"/>
                    <a:gd name="T34" fmla="*/ 1 w 323"/>
                    <a:gd name="T35" fmla="*/ 1 h 64"/>
                    <a:gd name="T36" fmla="*/ 1 w 323"/>
                    <a:gd name="T37" fmla="*/ 1 h 64"/>
                    <a:gd name="T38" fmla="*/ 1 w 323"/>
                    <a:gd name="T39" fmla="*/ 1 h 64"/>
                    <a:gd name="T40" fmla="*/ 1 w 323"/>
                    <a:gd name="T41" fmla="*/ 1 h 64"/>
                    <a:gd name="T42" fmla="*/ 1 w 323"/>
                    <a:gd name="T43" fmla="*/ 1 h 64"/>
                    <a:gd name="T44" fmla="*/ 1 w 323"/>
                    <a:gd name="T45" fmla="*/ 1 h 64"/>
                    <a:gd name="T46" fmla="*/ 1 w 323"/>
                    <a:gd name="T47" fmla="*/ 1 h 64"/>
                    <a:gd name="T48" fmla="*/ 1 w 323"/>
                    <a:gd name="T49" fmla="*/ 1 h 64"/>
                    <a:gd name="T50" fmla="*/ 1 w 323"/>
                    <a:gd name="T51" fmla="*/ 1 h 64"/>
                    <a:gd name="T52" fmla="*/ 1 w 323"/>
                    <a:gd name="T53" fmla="*/ 0 h 64"/>
                    <a:gd name="T54" fmla="*/ 1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83" name="Freeform 45">
                  <a:extLst>
                    <a:ext uri="{FF2B5EF4-FFF2-40B4-BE49-F238E27FC236}">
                      <a16:creationId xmlns:a16="http://schemas.microsoft.com/office/drawing/2014/main" id="{16976D52-B69B-4543-844B-78C38435DCB7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515" y="246"/>
                  <a:ext cx="190" cy="20"/>
                </a:xfrm>
                <a:custGeom>
                  <a:avLst/>
                  <a:gdLst>
                    <a:gd name="T0" fmla="*/ 1 w 300"/>
                    <a:gd name="T1" fmla="*/ 1 h 31"/>
                    <a:gd name="T2" fmla="*/ 1 w 300"/>
                    <a:gd name="T3" fmla="*/ 1 h 31"/>
                    <a:gd name="T4" fmla="*/ 1 w 300"/>
                    <a:gd name="T5" fmla="*/ 0 h 31"/>
                    <a:gd name="T6" fmla="*/ 1 w 300"/>
                    <a:gd name="T7" fmla="*/ 1 h 31"/>
                    <a:gd name="T8" fmla="*/ 1 w 300"/>
                    <a:gd name="T9" fmla="*/ 1 h 31"/>
                    <a:gd name="T10" fmla="*/ 1 w 300"/>
                    <a:gd name="T11" fmla="*/ 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84" name="Freeform 46">
                  <a:extLst>
                    <a:ext uri="{FF2B5EF4-FFF2-40B4-BE49-F238E27FC236}">
                      <a16:creationId xmlns:a16="http://schemas.microsoft.com/office/drawing/2014/main" id="{2929EA30-2F24-4197-9F4B-5382E13728D5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092" y="275"/>
                  <a:ext cx="18" cy="10"/>
                </a:xfrm>
                <a:custGeom>
                  <a:avLst/>
                  <a:gdLst>
                    <a:gd name="T0" fmla="*/ 0 w 41"/>
                    <a:gd name="T1" fmla="*/ 0 h 29"/>
                    <a:gd name="T2" fmla="*/ 0 w 41"/>
                    <a:gd name="T3" fmla="*/ 0 h 29"/>
                    <a:gd name="T4" fmla="*/ 0 w 41"/>
                    <a:gd name="T5" fmla="*/ 0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85" name="Freeform 47">
                  <a:extLst>
                    <a:ext uri="{FF2B5EF4-FFF2-40B4-BE49-F238E27FC236}">
                      <a16:creationId xmlns:a16="http://schemas.microsoft.com/office/drawing/2014/main" id="{DA0B84B7-C558-4F77-B2E8-D1F9FC982958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600" y="246"/>
                  <a:ext cx="436" cy="15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86" name="Freeform 48">
                  <a:extLst>
                    <a:ext uri="{FF2B5EF4-FFF2-40B4-BE49-F238E27FC236}">
                      <a16:creationId xmlns:a16="http://schemas.microsoft.com/office/drawing/2014/main" id="{850A7389-B2E9-4580-850E-0499B40650C7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041" y="241"/>
                  <a:ext cx="20" cy="55"/>
                </a:xfrm>
                <a:custGeom>
                  <a:avLst/>
                  <a:gdLst>
                    <a:gd name="T0" fmla="*/ 0 w 47"/>
                    <a:gd name="T1" fmla="*/ 0 h 165"/>
                    <a:gd name="T2" fmla="*/ 0 w 47"/>
                    <a:gd name="T3" fmla="*/ 0 h 165"/>
                    <a:gd name="T4" fmla="*/ 0 w 47"/>
                    <a:gd name="T5" fmla="*/ 0 h 165"/>
                    <a:gd name="T6" fmla="*/ 0 w 47"/>
                    <a:gd name="T7" fmla="*/ 0 h 165"/>
                    <a:gd name="T8" fmla="*/ 0 w 47"/>
                    <a:gd name="T9" fmla="*/ 0 h 165"/>
                    <a:gd name="T10" fmla="*/ 0 w 47"/>
                    <a:gd name="T11" fmla="*/ 0 h 165"/>
                    <a:gd name="T12" fmla="*/ 0 w 47"/>
                    <a:gd name="T13" fmla="*/ 0 h 165"/>
                    <a:gd name="T14" fmla="*/ 0 w 47"/>
                    <a:gd name="T15" fmla="*/ 0 h 165"/>
                    <a:gd name="T16" fmla="*/ 0 w 47"/>
                    <a:gd name="T17" fmla="*/ 0 h 165"/>
                    <a:gd name="T18" fmla="*/ 0 w 47"/>
                    <a:gd name="T19" fmla="*/ 0 h 165"/>
                    <a:gd name="T20" fmla="*/ 0 w 47"/>
                    <a:gd name="T21" fmla="*/ 0 h 165"/>
                    <a:gd name="T22" fmla="*/ 0 w 47"/>
                    <a:gd name="T23" fmla="*/ 0 h 165"/>
                    <a:gd name="T24" fmla="*/ 0 w 47"/>
                    <a:gd name="T25" fmla="*/ 0 h 165"/>
                    <a:gd name="T26" fmla="*/ 0 w 47"/>
                    <a:gd name="T27" fmla="*/ 0 h 165"/>
                    <a:gd name="T28" fmla="*/ 0 w 47"/>
                    <a:gd name="T29" fmla="*/ 0 h 165"/>
                    <a:gd name="T30" fmla="*/ 0 w 47"/>
                    <a:gd name="T31" fmla="*/ 0 h 165"/>
                    <a:gd name="T32" fmla="*/ 0 w 47"/>
                    <a:gd name="T33" fmla="*/ 0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87" name="Freeform 49">
                  <a:extLst>
                    <a:ext uri="{FF2B5EF4-FFF2-40B4-BE49-F238E27FC236}">
                      <a16:creationId xmlns:a16="http://schemas.microsoft.com/office/drawing/2014/main" id="{BA617BE9-C4F0-463F-B759-C497D0015322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024" y="287"/>
                  <a:ext cx="59" cy="34"/>
                </a:xfrm>
                <a:custGeom>
                  <a:avLst/>
                  <a:gdLst>
                    <a:gd name="T0" fmla="*/ 0 w 138"/>
                    <a:gd name="T1" fmla="*/ 0 h 103"/>
                    <a:gd name="T2" fmla="*/ 0 w 138"/>
                    <a:gd name="T3" fmla="*/ 0 h 103"/>
                    <a:gd name="T4" fmla="*/ 0 w 138"/>
                    <a:gd name="T5" fmla="*/ 0 h 103"/>
                    <a:gd name="T6" fmla="*/ 0 w 138"/>
                    <a:gd name="T7" fmla="*/ 0 h 103"/>
                    <a:gd name="T8" fmla="*/ 0 w 138"/>
                    <a:gd name="T9" fmla="*/ 0 h 103"/>
                    <a:gd name="T10" fmla="*/ 0 w 138"/>
                    <a:gd name="T11" fmla="*/ 0 h 103"/>
                    <a:gd name="T12" fmla="*/ 0 w 138"/>
                    <a:gd name="T13" fmla="*/ 0 h 103"/>
                    <a:gd name="T14" fmla="*/ 0 w 138"/>
                    <a:gd name="T15" fmla="*/ 0 h 103"/>
                    <a:gd name="T16" fmla="*/ 0 w 138"/>
                    <a:gd name="T17" fmla="*/ 0 h 103"/>
                    <a:gd name="T18" fmla="*/ 0 w 138"/>
                    <a:gd name="T19" fmla="*/ 0 h 103"/>
                    <a:gd name="T20" fmla="*/ 0 w 138"/>
                    <a:gd name="T21" fmla="*/ 0 h 103"/>
                    <a:gd name="T22" fmla="*/ 0 w 138"/>
                    <a:gd name="T23" fmla="*/ 0 h 103"/>
                    <a:gd name="T24" fmla="*/ 0 w 138"/>
                    <a:gd name="T25" fmla="*/ 0 h 103"/>
                    <a:gd name="T26" fmla="*/ 0 w 138"/>
                    <a:gd name="T27" fmla="*/ 0 h 103"/>
                    <a:gd name="T28" fmla="*/ 0 w 138"/>
                    <a:gd name="T29" fmla="*/ 0 h 103"/>
                    <a:gd name="T30" fmla="*/ 0 w 138"/>
                    <a:gd name="T31" fmla="*/ 0 h 103"/>
                    <a:gd name="T32" fmla="*/ 0 w 138"/>
                    <a:gd name="T33" fmla="*/ 0 h 103"/>
                    <a:gd name="T34" fmla="*/ 0 w 138"/>
                    <a:gd name="T35" fmla="*/ 0 h 103"/>
                    <a:gd name="T36" fmla="*/ 0 w 138"/>
                    <a:gd name="T37" fmla="*/ 0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88" name="Freeform 50">
                  <a:extLst>
                    <a:ext uri="{FF2B5EF4-FFF2-40B4-BE49-F238E27FC236}">
                      <a16:creationId xmlns:a16="http://schemas.microsoft.com/office/drawing/2014/main" id="{596A8590-4552-4871-B6F3-E0CF3B6E61CF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968" y="319"/>
                  <a:ext cx="76" cy="72"/>
                </a:xfrm>
                <a:custGeom>
                  <a:avLst/>
                  <a:gdLst>
                    <a:gd name="T0" fmla="*/ 0 w 188"/>
                    <a:gd name="T1" fmla="*/ 0 h 214"/>
                    <a:gd name="T2" fmla="*/ 0 w 188"/>
                    <a:gd name="T3" fmla="*/ 0 h 214"/>
                    <a:gd name="T4" fmla="*/ 0 w 188"/>
                    <a:gd name="T5" fmla="*/ 0 h 214"/>
                    <a:gd name="T6" fmla="*/ 0 w 188"/>
                    <a:gd name="T7" fmla="*/ 0 h 214"/>
                    <a:gd name="T8" fmla="*/ 0 w 188"/>
                    <a:gd name="T9" fmla="*/ 0 h 214"/>
                    <a:gd name="T10" fmla="*/ 0 w 188"/>
                    <a:gd name="T11" fmla="*/ 0 h 214"/>
                    <a:gd name="T12" fmla="*/ 0 w 188"/>
                    <a:gd name="T13" fmla="*/ 0 h 214"/>
                    <a:gd name="T14" fmla="*/ 0 w 188"/>
                    <a:gd name="T15" fmla="*/ 0 h 214"/>
                    <a:gd name="T16" fmla="*/ 0 w 188"/>
                    <a:gd name="T17" fmla="*/ 0 h 214"/>
                    <a:gd name="T18" fmla="*/ 0 w 188"/>
                    <a:gd name="T19" fmla="*/ 0 h 214"/>
                    <a:gd name="T20" fmla="*/ 0 w 188"/>
                    <a:gd name="T21" fmla="*/ 0 h 214"/>
                    <a:gd name="T22" fmla="*/ 0 w 188"/>
                    <a:gd name="T23" fmla="*/ 0 h 214"/>
                    <a:gd name="T24" fmla="*/ 0 w 188"/>
                    <a:gd name="T25" fmla="*/ 0 h 214"/>
                    <a:gd name="T26" fmla="*/ 0 w 188"/>
                    <a:gd name="T27" fmla="*/ 0 h 214"/>
                    <a:gd name="T28" fmla="*/ 0 w 188"/>
                    <a:gd name="T29" fmla="*/ 0 h 214"/>
                    <a:gd name="T30" fmla="*/ 0 w 188"/>
                    <a:gd name="T31" fmla="*/ 0 h 214"/>
                    <a:gd name="T32" fmla="*/ 0 w 188"/>
                    <a:gd name="T33" fmla="*/ 0 h 214"/>
                    <a:gd name="T34" fmla="*/ 0 w 188"/>
                    <a:gd name="T35" fmla="*/ 0 h 214"/>
                    <a:gd name="T36" fmla="*/ 0 w 188"/>
                    <a:gd name="T37" fmla="*/ 0 h 214"/>
                    <a:gd name="T38" fmla="*/ 0 w 188"/>
                    <a:gd name="T39" fmla="*/ 0 h 214"/>
                    <a:gd name="T40" fmla="*/ 0 w 188"/>
                    <a:gd name="T41" fmla="*/ 0 h 214"/>
                    <a:gd name="T42" fmla="*/ 0 w 188"/>
                    <a:gd name="T43" fmla="*/ 0 h 214"/>
                    <a:gd name="T44" fmla="*/ 0 w 188"/>
                    <a:gd name="T45" fmla="*/ 0 h 214"/>
                    <a:gd name="T46" fmla="*/ 0 w 188"/>
                    <a:gd name="T47" fmla="*/ 0 h 214"/>
                    <a:gd name="T48" fmla="*/ 0 w 188"/>
                    <a:gd name="T49" fmla="*/ 0 h 214"/>
                    <a:gd name="T50" fmla="*/ 0 w 188"/>
                    <a:gd name="T51" fmla="*/ 0 h 214"/>
                    <a:gd name="T52" fmla="*/ 0 w 188"/>
                    <a:gd name="T53" fmla="*/ 0 h 214"/>
                    <a:gd name="T54" fmla="*/ 0 w 188"/>
                    <a:gd name="T55" fmla="*/ 0 h 214"/>
                    <a:gd name="T56" fmla="*/ 0 w 188"/>
                    <a:gd name="T57" fmla="*/ 0 h 214"/>
                    <a:gd name="T58" fmla="*/ 0 w 188"/>
                    <a:gd name="T59" fmla="*/ 0 h 214"/>
                    <a:gd name="T60" fmla="*/ 0 w 188"/>
                    <a:gd name="T61" fmla="*/ 0 h 214"/>
                    <a:gd name="T62" fmla="*/ 0 w 188"/>
                    <a:gd name="T63" fmla="*/ 0 h 214"/>
                    <a:gd name="T64" fmla="*/ 0 w 188"/>
                    <a:gd name="T65" fmla="*/ 0 h 214"/>
                    <a:gd name="T66" fmla="*/ 0 w 188"/>
                    <a:gd name="T67" fmla="*/ 0 h 214"/>
                    <a:gd name="T68" fmla="*/ 0 w 188"/>
                    <a:gd name="T69" fmla="*/ 0 h 214"/>
                    <a:gd name="T70" fmla="*/ 0 w 188"/>
                    <a:gd name="T71" fmla="*/ 0 h 214"/>
                    <a:gd name="T72" fmla="*/ 0 w 188"/>
                    <a:gd name="T73" fmla="*/ 0 h 214"/>
                    <a:gd name="T74" fmla="*/ 0 w 188"/>
                    <a:gd name="T75" fmla="*/ 0 h 214"/>
                    <a:gd name="T76" fmla="*/ 0 w 188"/>
                    <a:gd name="T77" fmla="*/ 0 h 214"/>
                    <a:gd name="T78" fmla="*/ 0 w 188"/>
                    <a:gd name="T79" fmla="*/ 0 h 214"/>
                    <a:gd name="T80" fmla="*/ 0 w 188"/>
                    <a:gd name="T81" fmla="*/ 0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89" name="Freeform 51">
                  <a:extLst>
                    <a:ext uri="{FF2B5EF4-FFF2-40B4-BE49-F238E27FC236}">
                      <a16:creationId xmlns:a16="http://schemas.microsoft.com/office/drawing/2014/main" id="{7A07C194-73E1-4EB8-AA69-2EE621EF1057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2021" y="340"/>
                  <a:ext cx="6" cy="4"/>
                </a:xfrm>
                <a:custGeom>
                  <a:avLst/>
                  <a:gdLst>
                    <a:gd name="T0" fmla="*/ 0 w 13"/>
                    <a:gd name="T1" fmla="*/ 0 h 13"/>
                    <a:gd name="T2" fmla="*/ 0 w 13"/>
                    <a:gd name="T3" fmla="*/ 0 h 13"/>
                    <a:gd name="T4" fmla="*/ 0 w 13"/>
                    <a:gd name="T5" fmla="*/ 0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90" name="Freeform 52">
                  <a:extLst>
                    <a:ext uri="{FF2B5EF4-FFF2-40B4-BE49-F238E27FC236}">
                      <a16:creationId xmlns:a16="http://schemas.microsoft.com/office/drawing/2014/main" id="{CA3FE580-38CA-4BEA-AF1E-8CE82B322668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573" y="389"/>
                  <a:ext cx="347" cy="189"/>
                </a:xfrm>
                <a:custGeom>
                  <a:avLst/>
                  <a:gdLst>
                    <a:gd name="T0" fmla="*/ 0 w 812"/>
                    <a:gd name="T1" fmla="*/ 0 h 564"/>
                    <a:gd name="T2" fmla="*/ 0 w 812"/>
                    <a:gd name="T3" fmla="*/ 0 h 564"/>
                    <a:gd name="T4" fmla="*/ 0 w 812"/>
                    <a:gd name="T5" fmla="*/ 0 h 564"/>
                    <a:gd name="T6" fmla="*/ 0 w 812"/>
                    <a:gd name="T7" fmla="*/ 0 h 564"/>
                    <a:gd name="T8" fmla="*/ 0 w 812"/>
                    <a:gd name="T9" fmla="*/ 0 h 564"/>
                    <a:gd name="T10" fmla="*/ 0 w 812"/>
                    <a:gd name="T11" fmla="*/ 0 h 564"/>
                    <a:gd name="T12" fmla="*/ 0 w 812"/>
                    <a:gd name="T13" fmla="*/ 0 h 564"/>
                    <a:gd name="T14" fmla="*/ 0 w 812"/>
                    <a:gd name="T15" fmla="*/ 0 h 564"/>
                    <a:gd name="T16" fmla="*/ 0 w 812"/>
                    <a:gd name="T17" fmla="*/ 0 h 564"/>
                    <a:gd name="T18" fmla="*/ 0 w 812"/>
                    <a:gd name="T19" fmla="*/ 0 h 564"/>
                    <a:gd name="T20" fmla="*/ 0 w 812"/>
                    <a:gd name="T21" fmla="*/ 0 h 564"/>
                    <a:gd name="T22" fmla="*/ 0 w 812"/>
                    <a:gd name="T23" fmla="*/ 0 h 564"/>
                    <a:gd name="T24" fmla="*/ 0 w 812"/>
                    <a:gd name="T25" fmla="*/ 0 h 564"/>
                    <a:gd name="T26" fmla="*/ 0 w 812"/>
                    <a:gd name="T27" fmla="*/ 0 h 564"/>
                    <a:gd name="T28" fmla="*/ 0 w 812"/>
                    <a:gd name="T29" fmla="*/ 0 h 564"/>
                    <a:gd name="T30" fmla="*/ 0 w 812"/>
                    <a:gd name="T31" fmla="*/ 0 h 564"/>
                    <a:gd name="T32" fmla="*/ 0 w 812"/>
                    <a:gd name="T33" fmla="*/ 0 h 564"/>
                    <a:gd name="T34" fmla="*/ 0 w 812"/>
                    <a:gd name="T35" fmla="*/ 0 h 564"/>
                    <a:gd name="T36" fmla="*/ 0 w 812"/>
                    <a:gd name="T37" fmla="*/ 0 h 564"/>
                    <a:gd name="T38" fmla="*/ 0 w 812"/>
                    <a:gd name="T39" fmla="*/ 0 h 564"/>
                    <a:gd name="T40" fmla="*/ 0 w 812"/>
                    <a:gd name="T41" fmla="*/ 0 h 564"/>
                    <a:gd name="T42" fmla="*/ 0 w 812"/>
                    <a:gd name="T43" fmla="*/ 0 h 564"/>
                    <a:gd name="T44" fmla="*/ 0 w 812"/>
                    <a:gd name="T45" fmla="*/ 0 h 564"/>
                    <a:gd name="T46" fmla="*/ 0 w 812"/>
                    <a:gd name="T47" fmla="*/ 0 h 564"/>
                    <a:gd name="T48" fmla="*/ 0 w 812"/>
                    <a:gd name="T49" fmla="*/ 0 h 564"/>
                    <a:gd name="T50" fmla="*/ 0 w 812"/>
                    <a:gd name="T51" fmla="*/ 0 h 564"/>
                    <a:gd name="T52" fmla="*/ 0 w 812"/>
                    <a:gd name="T53" fmla="*/ 0 h 564"/>
                    <a:gd name="T54" fmla="*/ 0 w 812"/>
                    <a:gd name="T55" fmla="*/ 0 h 564"/>
                    <a:gd name="T56" fmla="*/ 0 w 812"/>
                    <a:gd name="T57" fmla="*/ 0 h 564"/>
                    <a:gd name="T58" fmla="*/ 0 w 812"/>
                    <a:gd name="T59" fmla="*/ 0 h 564"/>
                    <a:gd name="T60" fmla="*/ 0 w 812"/>
                    <a:gd name="T61" fmla="*/ 0 h 564"/>
                    <a:gd name="T62" fmla="*/ 0 w 812"/>
                    <a:gd name="T63" fmla="*/ 0 h 564"/>
                    <a:gd name="T64" fmla="*/ 0 w 812"/>
                    <a:gd name="T65" fmla="*/ 0 h 564"/>
                    <a:gd name="T66" fmla="*/ 0 w 812"/>
                    <a:gd name="T67" fmla="*/ 0 h 564"/>
                    <a:gd name="T68" fmla="*/ 0 w 812"/>
                    <a:gd name="T69" fmla="*/ 0 h 564"/>
                    <a:gd name="T70" fmla="*/ 0 w 812"/>
                    <a:gd name="T71" fmla="*/ 0 h 564"/>
                    <a:gd name="T72" fmla="*/ 0 w 812"/>
                    <a:gd name="T73" fmla="*/ 0 h 564"/>
                    <a:gd name="T74" fmla="*/ 0 w 812"/>
                    <a:gd name="T75" fmla="*/ 0 h 564"/>
                    <a:gd name="T76" fmla="*/ 0 w 812"/>
                    <a:gd name="T77" fmla="*/ 0 h 564"/>
                    <a:gd name="T78" fmla="*/ 0 w 812"/>
                    <a:gd name="T79" fmla="*/ 0 h 564"/>
                    <a:gd name="T80" fmla="*/ 0 w 812"/>
                    <a:gd name="T81" fmla="*/ 0 h 564"/>
                    <a:gd name="T82" fmla="*/ 0 w 812"/>
                    <a:gd name="T83" fmla="*/ 0 h 564"/>
                    <a:gd name="T84" fmla="*/ 0 w 812"/>
                    <a:gd name="T85" fmla="*/ 0 h 564"/>
                    <a:gd name="T86" fmla="*/ 0 w 812"/>
                    <a:gd name="T87" fmla="*/ 0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91" name="Freeform 53">
                  <a:extLst>
                    <a:ext uri="{FF2B5EF4-FFF2-40B4-BE49-F238E27FC236}">
                      <a16:creationId xmlns:a16="http://schemas.microsoft.com/office/drawing/2014/main" id="{4B1CE567-3DA6-4C01-B80C-690488F8E9C3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634" y="519"/>
                  <a:ext cx="19" cy="29"/>
                </a:xfrm>
                <a:custGeom>
                  <a:avLst/>
                  <a:gdLst>
                    <a:gd name="T0" fmla="*/ 0 w 43"/>
                    <a:gd name="T1" fmla="*/ 0 h 85"/>
                    <a:gd name="T2" fmla="*/ 0 w 43"/>
                    <a:gd name="T3" fmla="*/ 0 h 85"/>
                    <a:gd name="T4" fmla="*/ 0 w 43"/>
                    <a:gd name="T5" fmla="*/ 0 h 85"/>
                    <a:gd name="T6" fmla="*/ 0 w 43"/>
                    <a:gd name="T7" fmla="*/ 0 h 85"/>
                    <a:gd name="T8" fmla="*/ 0 w 43"/>
                    <a:gd name="T9" fmla="*/ 0 h 85"/>
                    <a:gd name="T10" fmla="*/ 0 w 43"/>
                    <a:gd name="T11" fmla="*/ 0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92" name="Freeform 54">
                  <a:extLst>
                    <a:ext uri="{FF2B5EF4-FFF2-40B4-BE49-F238E27FC236}">
                      <a16:creationId xmlns:a16="http://schemas.microsoft.com/office/drawing/2014/main" id="{5EC315D7-EBF3-4E55-8376-90E3FFFC716C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900" y="421"/>
                  <a:ext cx="18" cy="24"/>
                </a:xfrm>
                <a:custGeom>
                  <a:avLst/>
                  <a:gdLst>
                    <a:gd name="T0" fmla="*/ 0 w 44"/>
                    <a:gd name="T1" fmla="*/ 0 h 74"/>
                    <a:gd name="T2" fmla="*/ 0 w 44"/>
                    <a:gd name="T3" fmla="*/ 0 h 74"/>
                    <a:gd name="T4" fmla="*/ 0 w 44"/>
                    <a:gd name="T5" fmla="*/ 0 h 74"/>
                    <a:gd name="T6" fmla="*/ 0 w 44"/>
                    <a:gd name="T7" fmla="*/ 0 h 74"/>
                    <a:gd name="T8" fmla="*/ 0 w 44"/>
                    <a:gd name="T9" fmla="*/ 0 h 74"/>
                    <a:gd name="T10" fmla="*/ 0 w 44"/>
                    <a:gd name="T11" fmla="*/ 0 h 74"/>
                    <a:gd name="T12" fmla="*/ 0 w 44"/>
                    <a:gd name="T13" fmla="*/ 0 h 74"/>
                    <a:gd name="T14" fmla="*/ 0 w 44"/>
                    <a:gd name="T15" fmla="*/ 0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93" name="Freeform 55">
                  <a:extLst>
                    <a:ext uri="{FF2B5EF4-FFF2-40B4-BE49-F238E27FC236}">
                      <a16:creationId xmlns:a16="http://schemas.microsoft.com/office/drawing/2014/main" id="{80D67E08-F3E9-45F4-AE8A-8CF7B399E90C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951" y="409"/>
                  <a:ext cx="8" cy="10"/>
                </a:xfrm>
                <a:custGeom>
                  <a:avLst/>
                  <a:gdLst>
                    <a:gd name="T0" fmla="*/ 0 w 20"/>
                    <a:gd name="T1" fmla="*/ 0 h 30"/>
                    <a:gd name="T2" fmla="*/ 0 w 20"/>
                    <a:gd name="T3" fmla="*/ 0 h 30"/>
                    <a:gd name="T4" fmla="*/ 0 w 20"/>
                    <a:gd name="T5" fmla="*/ 0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94" name="Freeform 56">
                  <a:extLst>
                    <a:ext uri="{FF2B5EF4-FFF2-40B4-BE49-F238E27FC236}">
                      <a16:creationId xmlns:a16="http://schemas.microsoft.com/office/drawing/2014/main" id="{40776FE3-57E4-4706-BBD7-594BCA4DCD2B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021" y="314"/>
                  <a:ext cx="432" cy="354"/>
                </a:xfrm>
                <a:custGeom>
                  <a:avLst/>
                  <a:gdLst>
                    <a:gd name="T0" fmla="*/ 1 w 682"/>
                    <a:gd name="T1" fmla="*/ 1 h 557"/>
                    <a:gd name="T2" fmla="*/ 1 w 682"/>
                    <a:gd name="T3" fmla="*/ 1 h 557"/>
                    <a:gd name="T4" fmla="*/ 1 w 682"/>
                    <a:gd name="T5" fmla="*/ 1 h 557"/>
                    <a:gd name="T6" fmla="*/ 1 w 682"/>
                    <a:gd name="T7" fmla="*/ 1 h 557"/>
                    <a:gd name="T8" fmla="*/ 1 w 682"/>
                    <a:gd name="T9" fmla="*/ 1 h 557"/>
                    <a:gd name="T10" fmla="*/ 1 w 682"/>
                    <a:gd name="T11" fmla="*/ 1 h 557"/>
                    <a:gd name="T12" fmla="*/ 1 w 682"/>
                    <a:gd name="T13" fmla="*/ 1 h 557"/>
                    <a:gd name="T14" fmla="*/ 1 w 682"/>
                    <a:gd name="T15" fmla="*/ 1 h 557"/>
                    <a:gd name="T16" fmla="*/ 1 w 682"/>
                    <a:gd name="T17" fmla="*/ 1 h 557"/>
                    <a:gd name="T18" fmla="*/ 1 w 682"/>
                    <a:gd name="T19" fmla="*/ 1 h 557"/>
                    <a:gd name="T20" fmla="*/ 1 w 682"/>
                    <a:gd name="T21" fmla="*/ 1 h 557"/>
                    <a:gd name="T22" fmla="*/ 1 w 682"/>
                    <a:gd name="T23" fmla="*/ 1 h 557"/>
                    <a:gd name="T24" fmla="*/ 1 w 682"/>
                    <a:gd name="T25" fmla="*/ 1 h 557"/>
                    <a:gd name="T26" fmla="*/ 1 w 682"/>
                    <a:gd name="T27" fmla="*/ 1 h 557"/>
                    <a:gd name="T28" fmla="*/ 1 w 682"/>
                    <a:gd name="T29" fmla="*/ 1 h 557"/>
                    <a:gd name="T30" fmla="*/ 1 w 682"/>
                    <a:gd name="T31" fmla="*/ 1 h 557"/>
                    <a:gd name="T32" fmla="*/ 1 w 682"/>
                    <a:gd name="T33" fmla="*/ 1 h 557"/>
                    <a:gd name="T34" fmla="*/ 0 w 682"/>
                    <a:gd name="T35" fmla="*/ 1 h 557"/>
                    <a:gd name="T36" fmla="*/ 1 w 682"/>
                    <a:gd name="T37" fmla="*/ 1 h 557"/>
                    <a:gd name="T38" fmla="*/ 1 w 682"/>
                    <a:gd name="T39" fmla="*/ 1 h 557"/>
                    <a:gd name="T40" fmla="*/ 1 w 682"/>
                    <a:gd name="T41" fmla="*/ 1 h 557"/>
                    <a:gd name="T42" fmla="*/ 1 w 682"/>
                    <a:gd name="T43" fmla="*/ 1 h 557"/>
                    <a:gd name="T44" fmla="*/ 1 w 682"/>
                    <a:gd name="T45" fmla="*/ 1 h 557"/>
                    <a:gd name="T46" fmla="*/ 1 w 682"/>
                    <a:gd name="T47" fmla="*/ 1 h 557"/>
                    <a:gd name="T48" fmla="*/ 1 w 682"/>
                    <a:gd name="T49" fmla="*/ 1 h 557"/>
                    <a:gd name="T50" fmla="*/ 1 w 682"/>
                    <a:gd name="T51" fmla="*/ 1 h 557"/>
                    <a:gd name="T52" fmla="*/ 1 w 682"/>
                    <a:gd name="T53" fmla="*/ 0 h 557"/>
                    <a:gd name="T54" fmla="*/ 1 w 682"/>
                    <a:gd name="T55" fmla="*/ 1 h 557"/>
                    <a:gd name="T56" fmla="*/ 1 w 682"/>
                    <a:gd name="T57" fmla="*/ 1 h 557"/>
                    <a:gd name="T58" fmla="*/ 1 w 682"/>
                    <a:gd name="T59" fmla="*/ 1 h 557"/>
                    <a:gd name="T60" fmla="*/ 1 w 682"/>
                    <a:gd name="T61" fmla="*/ 1 h 557"/>
                    <a:gd name="T62" fmla="*/ 1 w 682"/>
                    <a:gd name="T63" fmla="*/ 1 h 557"/>
                    <a:gd name="T64" fmla="*/ 1 w 682"/>
                    <a:gd name="T65" fmla="*/ 1 h 557"/>
                    <a:gd name="T66" fmla="*/ 1 w 682"/>
                    <a:gd name="T67" fmla="*/ 1 h 557"/>
                    <a:gd name="T68" fmla="*/ 1 w 682"/>
                    <a:gd name="T69" fmla="*/ 1 h 557"/>
                    <a:gd name="T70" fmla="*/ 1 w 682"/>
                    <a:gd name="T71" fmla="*/ 1 h 557"/>
                    <a:gd name="T72" fmla="*/ 1 w 682"/>
                    <a:gd name="T73" fmla="*/ 1 h 557"/>
                    <a:gd name="T74" fmla="*/ 1 w 682"/>
                    <a:gd name="T75" fmla="*/ 1 h 557"/>
                    <a:gd name="T76" fmla="*/ 1 w 682"/>
                    <a:gd name="T77" fmla="*/ 1 h 557"/>
                    <a:gd name="T78" fmla="*/ 1 w 682"/>
                    <a:gd name="T79" fmla="*/ 1 h 557"/>
                    <a:gd name="T80" fmla="*/ 1 w 682"/>
                    <a:gd name="T81" fmla="*/ 1 h 557"/>
                    <a:gd name="T82" fmla="*/ 1 w 682"/>
                    <a:gd name="T83" fmla="*/ 1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95" name="Freeform 57">
                  <a:extLst>
                    <a:ext uri="{FF2B5EF4-FFF2-40B4-BE49-F238E27FC236}">
                      <a16:creationId xmlns:a16="http://schemas.microsoft.com/office/drawing/2014/main" id="{04B6649D-EAA3-4FAC-AF7B-58CE2A79BFAE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189" y="447"/>
                  <a:ext cx="161" cy="221"/>
                </a:xfrm>
                <a:custGeom>
                  <a:avLst/>
                  <a:gdLst>
                    <a:gd name="T0" fmla="*/ 1 w 257"/>
                    <a:gd name="T1" fmla="*/ 1 h 347"/>
                    <a:gd name="T2" fmla="*/ 1 w 257"/>
                    <a:gd name="T3" fmla="*/ 1 h 347"/>
                    <a:gd name="T4" fmla="*/ 1 w 257"/>
                    <a:gd name="T5" fmla="*/ 1 h 347"/>
                    <a:gd name="T6" fmla="*/ 1 w 257"/>
                    <a:gd name="T7" fmla="*/ 1 h 347"/>
                    <a:gd name="T8" fmla="*/ 1 w 257"/>
                    <a:gd name="T9" fmla="*/ 1 h 347"/>
                    <a:gd name="T10" fmla="*/ 1 w 257"/>
                    <a:gd name="T11" fmla="*/ 1 h 347"/>
                    <a:gd name="T12" fmla="*/ 1 w 257"/>
                    <a:gd name="T13" fmla="*/ 1 h 347"/>
                    <a:gd name="T14" fmla="*/ 1 w 257"/>
                    <a:gd name="T15" fmla="*/ 1 h 347"/>
                    <a:gd name="T16" fmla="*/ 1 w 257"/>
                    <a:gd name="T17" fmla="*/ 1 h 347"/>
                    <a:gd name="T18" fmla="*/ 1 w 257"/>
                    <a:gd name="T19" fmla="*/ 1 h 347"/>
                    <a:gd name="T20" fmla="*/ 1 w 257"/>
                    <a:gd name="T21" fmla="*/ 1 h 347"/>
                    <a:gd name="T22" fmla="*/ 1 w 257"/>
                    <a:gd name="T23" fmla="*/ 1 h 347"/>
                    <a:gd name="T24" fmla="*/ 1 w 257"/>
                    <a:gd name="T25" fmla="*/ 1 h 347"/>
                    <a:gd name="T26" fmla="*/ 0 w 257"/>
                    <a:gd name="T27" fmla="*/ 1 h 347"/>
                    <a:gd name="T28" fmla="*/ 1 w 257"/>
                    <a:gd name="T29" fmla="*/ 1 h 347"/>
                    <a:gd name="T30" fmla="*/ 1 w 257"/>
                    <a:gd name="T31" fmla="*/ 1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96" name="Freeform 58">
                  <a:extLst>
                    <a:ext uri="{FF2B5EF4-FFF2-40B4-BE49-F238E27FC236}">
                      <a16:creationId xmlns:a16="http://schemas.microsoft.com/office/drawing/2014/main" id="{AB47D179-44B4-45E5-816F-8C75E5CF1C9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476" y="611"/>
                  <a:ext cx="7" cy="12"/>
                </a:xfrm>
                <a:custGeom>
                  <a:avLst/>
                  <a:gdLst>
                    <a:gd name="T0" fmla="*/ 0 w 19"/>
                    <a:gd name="T1" fmla="*/ 0 h 37"/>
                    <a:gd name="T2" fmla="*/ 0 w 19"/>
                    <a:gd name="T3" fmla="*/ 0 h 37"/>
                    <a:gd name="T4" fmla="*/ 0 w 19"/>
                    <a:gd name="T5" fmla="*/ 0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97" name="Freeform 59">
                  <a:extLst>
                    <a:ext uri="{FF2B5EF4-FFF2-40B4-BE49-F238E27FC236}">
                      <a16:creationId xmlns:a16="http://schemas.microsoft.com/office/drawing/2014/main" id="{8D492700-24A3-4979-9943-58D5D1A5AB9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465" y="497"/>
                  <a:ext cx="9" cy="7"/>
                </a:xfrm>
                <a:custGeom>
                  <a:avLst/>
                  <a:gdLst>
                    <a:gd name="T0" fmla="*/ 0 w 22"/>
                    <a:gd name="T1" fmla="*/ 0 h 20"/>
                    <a:gd name="T2" fmla="*/ 0 w 22"/>
                    <a:gd name="T3" fmla="*/ 0 h 20"/>
                    <a:gd name="T4" fmla="*/ 0 w 22"/>
                    <a:gd name="T5" fmla="*/ 0 h 20"/>
                    <a:gd name="T6" fmla="*/ 0 w 22"/>
                    <a:gd name="T7" fmla="*/ 0 h 20"/>
                    <a:gd name="T8" fmla="*/ 0 w 22"/>
                    <a:gd name="T9" fmla="*/ 0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98" name="Freeform 60">
                  <a:extLst>
                    <a:ext uri="{FF2B5EF4-FFF2-40B4-BE49-F238E27FC236}">
                      <a16:creationId xmlns:a16="http://schemas.microsoft.com/office/drawing/2014/main" id="{F0D2B74D-6964-4818-A6BB-EC834D7CFA11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072" y="357"/>
                  <a:ext cx="25" cy="10"/>
                </a:xfrm>
                <a:custGeom>
                  <a:avLst/>
                  <a:gdLst>
                    <a:gd name="T0" fmla="*/ 0 w 57"/>
                    <a:gd name="T1" fmla="*/ 0 h 30"/>
                    <a:gd name="T2" fmla="*/ 0 w 57"/>
                    <a:gd name="T3" fmla="*/ 0 h 30"/>
                    <a:gd name="T4" fmla="*/ 0 w 57"/>
                    <a:gd name="T5" fmla="*/ 0 h 30"/>
                    <a:gd name="T6" fmla="*/ 0 w 57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99" name="Freeform 61">
                  <a:extLst>
                    <a:ext uri="{FF2B5EF4-FFF2-40B4-BE49-F238E27FC236}">
                      <a16:creationId xmlns:a16="http://schemas.microsoft.com/office/drawing/2014/main" id="{63BA5802-644D-49D8-978E-CDE94CB5526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374" y="264"/>
                  <a:ext cx="295" cy="233"/>
                </a:xfrm>
                <a:custGeom>
                  <a:avLst/>
                  <a:gdLst>
                    <a:gd name="T0" fmla="*/ 0 w 693"/>
                    <a:gd name="T1" fmla="*/ 0 h 696"/>
                    <a:gd name="T2" fmla="*/ 0 w 693"/>
                    <a:gd name="T3" fmla="*/ 0 h 696"/>
                    <a:gd name="T4" fmla="*/ 0 w 693"/>
                    <a:gd name="T5" fmla="*/ 0 h 696"/>
                    <a:gd name="T6" fmla="*/ 0 w 693"/>
                    <a:gd name="T7" fmla="*/ 0 h 696"/>
                    <a:gd name="T8" fmla="*/ 0 w 693"/>
                    <a:gd name="T9" fmla="*/ 0 h 696"/>
                    <a:gd name="T10" fmla="*/ 0 w 693"/>
                    <a:gd name="T11" fmla="*/ 0 h 696"/>
                    <a:gd name="T12" fmla="*/ 0 w 693"/>
                    <a:gd name="T13" fmla="*/ 0 h 696"/>
                    <a:gd name="T14" fmla="*/ 0 w 693"/>
                    <a:gd name="T15" fmla="*/ 0 h 696"/>
                    <a:gd name="T16" fmla="*/ 0 w 693"/>
                    <a:gd name="T17" fmla="*/ 0 h 696"/>
                    <a:gd name="T18" fmla="*/ 0 w 693"/>
                    <a:gd name="T19" fmla="*/ 0 h 696"/>
                    <a:gd name="T20" fmla="*/ 0 w 693"/>
                    <a:gd name="T21" fmla="*/ 0 h 696"/>
                    <a:gd name="T22" fmla="*/ 0 w 693"/>
                    <a:gd name="T23" fmla="*/ 0 h 696"/>
                    <a:gd name="T24" fmla="*/ 0 w 693"/>
                    <a:gd name="T25" fmla="*/ 0 h 696"/>
                    <a:gd name="T26" fmla="*/ 0 w 693"/>
                    <a:gd name="T27" fmla="*/ 0 h 696"/>
                    <a:gd name="T28" fmla="*/ 0 w 693"/>
                    <a:gd name="T29" fmla="*/ 0 h 696"/>
                    <a:gd name="T30" fmla="*/ 0 w 693"/>
                    <a:gd name="T31" fmla="*/ 0 h 696"/>
                    <a:gd name="T32" fmla="*/ 0 w 693"/>
                    <a:gd name="T33" fmla="*/ 0 h 696"/>
                    <a:gd name="T34" fmla="*/ 0 w 693"/>
                    <a:gd name="T35" fmla="*/ 0 h 696"/>
                    <a:gd name="T36" fmla="*/ 0 w 693"/>
                    <a:gd name="T37" fmla="*/ 0 h 696"/>
                    <a:gd name="T38" fmla="*/ 0 w 693"/>
                    <a:gd name="T39" fmla="*/ 0 h 696"/>
                    <a:gd name="T40" fmla="*/ 0 w 693"/>
                    <a:gd name="T41" fmla="*/ 0 h 696"/>
                    <a:gd name="T42" fmla="*/ 0 w 693"/>
                    <a:gd name="T43" fmla="*/ 0 h 696"/>
                    <a:gd name="T44" fmla="*/ 0 w 693"/>
                    <a:gd name="T45" fmla="*/ 0 h 696"/>
                    <a:gd name="T46" fmla="*/ 0 w 693"/>
                    <a:gd name="T47" fmla="*/ 0 h 696"/>
                    <a:gd name="T48" fmla="*/ 0 w 693"/>
                    <a:gd name="T49" fmla="*/ 0 h 696"/>
                    <a:gd name="T50" fmla="*/ 0 w 693"/>
                    <a:gd name="T51" fmla="*/ 0 h 696"/>
                    <a:gd name="T52" fmla="*/ 0 w 693"/>
                    <a:gd name="T53" fmla="*/ 0 h 696"/>
                    <a:gd name="T54" fmla="*/ 0 w 693"/>
                    <a:gd name="T55" fmla="*/ 0 h 696"/>
                    <a:gd name="T56" fmla="*/ 0 w 693"/>
                    <a:gd name="T57" fmla="*/ 0 h 696"/>
                    <a:gd name="T58" fmla="*/ 0 w 693"/>
                    <a:gd name="T59" fmla="*/ 0 h 696"/>
                    <a:gd name="T60" fmla="*/ 0 w 693"/>
                    <a:gd name="T61" fmla="*/ 0 h 696"/>
                    <a:gd name="T62" fmla="*/ 0 w 693"/>
                    <a:gd name="T63" fmla="*/ 0 h 696"/>
                    <a:gd name="T64" fmla="*/ 0 w 693"/>
                    <a:gd name="T65" fmla="*/ 0 h 696"/>
                    <a:gd name="T66" fmla="*/ 0 w 693"/>
                    <a:gd name="T67" fmla="*/ 0 h 696"/>
                    <a:gd name="T68" fmla="*/ 0 w 693"/>
                    <a:gd name="T69" fmla="*/ 0 h 696"/>
                    <a:gd name="T70" fmla="*/ 0 w 693"/>
                    <a:gd name="T71" fmla="*/ 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200" name="Freeform 62">
                  <a:extLst>
                    <a:ext uri="{FF2B5EF4-FFF2-40B4-BE49-F238E27FC236}">
                      <a16:creationId xmlns:a16="http://schemas.microsoft.com/office/drawing/2014/main" id="{EBC7EC14-AFCD-4E89-B15C-D0D4C6BDDD8F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173" y="247"/>
                  <a:ext cx="591" cy="95"/>
                </a:xfrm>
                <a:custGeom>
                  <a:avLst/>
                  <a:gdLst>
                    <a:gd name="T0" fmla="*/ 1 w 931"/>
                    <a:gd name="T1" fmla="*/ 0 h 149"/>
                    <a:gd name="T2" fmla="*/ 1 w 931"/>
                    <a:gd name="T3" fmla="*/ 1 h 149"/>
                    <a:gd name="T4" fmla="*/ 1 w 931"/>
                    <a:gd name="T5" fmla="*/ 1 h 149"/>
                    <a:gd name="T6" fmla="*/ 1 w 931"/>
                    <a:gd name="T7" fmla="*/ 1 h 149"/>
                    <a:gd name="T8" fmla="*/ 1 w 931"/>
                    <a:gd name="T9" fmla="*/ 1 h 149"/>
                    <a:gd name="T10" fmla="*/ 0 w 931"/>
                    <a:gd name="T11" fmla="*/ 1 h 149"/>
                    <a:gd name="T12" fmla="*/ 1 w 931"/>
                    <a:gd name="T13" fmla="*/ 1 h 149"/>
                    <a:gd name="T14" fmla="*/ 1 w 931"/>
                    <a:gd name="T15" fmla="*/ 1 h 149"/>
                    <a:gd name="T16" fmla="*/ 1 w 931"/>
                    <a:gd name="T17" fmla="*/ 1 h 149"/>
                    <a:gd name="T18" fmla="*/ 1 w 931"/>
                    <a:gd name="T19" fmla="*/ 1 h 149"/>
                    <a:gd name="T20" fmla="*/ 1 w 931"/>
                    <a:gd name="T21" fmla="*/ 1 h 149"/>
                    <a:gd name="T22" fmla="*/ 1 w 931"/>
                    <a:gd name="T23" fmla="*/ 1 h 149"/>
                    <a:gd name="T24" fmla="*/ 1 w 931"/>
                    <a:gd name="T25" fmla="*/ 1 h 149"/>
                    <a:gd name="T26" fmla="*/ 1 w 931"/>
                    <a:gd name="T27" fmla="*/ 1 h 149"/>
                    <a:gd name="T28" fmla="*/ 1 w 931"/>
                    <a:gd name="T29" fmla="*/ 1 h 149"/>
                    <a:gd name="T30" fmla="*/ 1 w 931"/>
                    <a:gd name="T31" fmla="*/ 1 h 149"/>
                    <a:gd name="T32" fmla="*/ 1 w 931"/>
                    <a:gd name="T33" fmla="*/ 1 h 149"/>
                    <a:gd name="T34" fmla="*/ 1 w 931"/>
                    <a:gd name="T35" fmla="*/ 1 h 149"/>
                    <a:gd name="T36" fmla="*/ 1 w 931"/>
                    <a:gd name="T37" fmla="*/ 1 h 149"/>
                    <a:gd name="T38" fmla="*/ 1 w 931"/>
                    <a:gd name="T39" fmla="*/ 1 h 149"/>
                    <a:gd name="T40" fmla="*/ 1 w 931"/>
                    <a:gd name="T41" fmla="*/ 1 h 149"/>
                    <a:gd name="T42" fmla="*/ 1 w 931"/>
                    <a:gd name="T43" fmla="*/ 1 h 149"/>
                    <a:gd name="T44" fmla="*/ 1 w 931"/>
                    <a:gd name="T45" fmla="*/ 1 h 149"/>
                    <a:gd name="T46" fmla="*/ 1 w 931"/>
                    <a:gd name="T47" fmla="*/ 1 h 149"/>
                    <a:gd name="T48" fmla="*/ 1 w 931"/>
                    <a:gd name="T49" fmla="*/ 1 h 149"/>
                    <a:gd name="T50" fmla="*/ 1 w 931"/>
                    <a:gd name="T51" fmla="*/ 1 h 149"/>
                    <a:gd name="T52" fmla="*/ 1 w 931"/>
                    <a:gd name="T53" fmla="*/ 1 h 149"/>
                    <a:gd name="T54" fmla="*/ 1 w 931"/>
                    <a:gd name="T55" fmla="*/ 1 h 149"/>
                    <a:gd name="T56" fmla="*/ 1 w 931"/>
                    <a:gd name="T57" fmla="*/ 1 h 149"/>
                    <a:gd name="T58" fmla="*/ 1 w 931"/>
                    <a:gd name="T59" fmla="*/ 1 h 149"/>
                    <a:gd name="T60" fmla="*/ 1 w 931"/>
                    <a:gd name="T61" fmla="*/ 1 h 149"/>
                    <a:gd name="T62" fmla="*/ 1 w 931"/>
                    <a:gd name="T63" fmla="*/ 1 h 149"/>
                    <a:gd name="T64" fmla="*/ 1 w 931"/>
                    <a:gd name="T65" fmla="*/ 1 h 149"/>
                    <a:gd name="T66" fmla="*/ 1 w 931"/>
                    <a:gd name="T67" fmla="*/ 1 h 149"/>
                    <a:gd name="T68" fmla="*/ 1 w 931"/>
                    <a:gd name="T69" fmla="*/ 1 h 149"/>
                    <a:gd name="T70" fmla="*/ 1 w 931"/>
                    <a:gd name="T71" fmla="*/ 1 h 149"/>
                    <a:gd name="T72" fmla="*/ 1 w 931"/>
                    <a:gd name="T73" fmla="*/ 1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201" name="Freeform 63">
                  <a:extLst>
                    <a:ext uri="{FF2B5EF4-FFF2-40B4-BE49-F238E27FC236}">
                      <a16:creationId xmlns:a16="http://schemas.microsoft.com/office/drawing/2014/main" id="{953DBA00-B165-41C2-865D-EA3F6E907F56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293" y="282"/>
                  <a:ext cx="13" cy="10"/>
                </a:xfrm>
                <a:custGeom>
                  <a:avLst/>
                  <a:gdLst>
                    <a:gd name="T0" fmla="*/ 0 w 31"/>
                    <a:gd name="T1" fmla="*/ 0 h 30"/>
                    <a:gd name="T2" fmla="*/ 0 w 31"/>
                    <a:gd name="T3" fmla="*/ 0 h 30"/>
                    <a:gd name="T4" fmla="*/ 0 w 31"/>
                    <a:gd name="T5" fmla="*/ 0 h 30"/>
                    <a:gd name="T6" fmla="*/ 0 w 31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202" name="Freeform 64">
                  <a:extLst>
                    <a:ext uri="{FF2B5EF4-FFF2-40B4-BE49-F238E27FC236}">
                      <a16:creationId xmlns:a16="http://schemas.microsoft.com/office/drawing/2014/main" id="{E25CFD6F-6D5F-4C8E-B15B-306852A94231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278" y="296"/>
                  <a:ext cx="19" cy="11"/>
                </a:xfrm>
                <a:custGeom>
                  <a:avLst/>
                  <a:gdLst>
                    <a:gd name="T0" fmla="*/ 0 w 44"/>
                    <a:gd name="T1" fmla="*/ 0 h 32"/>
                    <a:gd name="T2" fmla="*/ 0 w 44"/>
                    <a:gd name="T3" fmla="*/ 0 h 32"/>
                    <a:gd name="T4" fmla="*/ 0 w 44"/>
                    <a:gd name="T5" fmla="*/ 0 h 32"/>
                    <a:gd name="T6" fmla="*/ 0 w 44"/>
                    <a:gd name="T7" fmla="*/ 0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203" name="Freeform 65">
                  <a:extLst>
                    <a:ext uri="{FF2B5EF4-FFF2-40B4-BE49-F238E27FC236}">
                      <a16:creationId xmlns:a16="http://schemas.microsoft.com/office/drawing/2014/main" id="{A5C66D27-C5E6-4F8B-B7DD-6E787B8EF948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340" y="337"/>
                  <a:ext cx="32" cy="6"/>
                </a:xfrm>
                <a:custGeom>
                  <a:avLst/>
                  <a:gdLst>
                    <a:gd name="T0" fmla="*/ 0 w 76"/>
                    <a:gd name="T1" fmla="*/ 0 h 18"/>
                    <a:gd name="T2" fmla="*/ 0 w 76"/>
                    <a:gd name="T3" fmla="*/ 0 h 18"/>
                    <a:gd name="T4" fmla="*/ 0 w 76"/>
                    <a:gd name="T5" fmla="*/ 0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204" name="Freeform 66">
                  <a:extLst>
                    <a:ext uri="{FF2B5EF4-FFF2-40B4-BE49-F238E27FC236}">
                      <a16:creationId xmlns:a16="http://schemas.microsoft.com/office/drawing/2014/main" id="{20293EA2-7545-4E98-84B3-689F440DC98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395" y="336"/>
                  <a:ext cx="18" cy="15"/>
                </a:xfrm>
                <a:custGeom>
                  <a:avLst/>
                  <a:gdLst>
                    <a:gd name="T0" fmla="*/ 0 w 42"/>
                    <a:gd name="T1" fmla="*/ 0 h 44"/>
                    <a:gd name="T2" fmla="*/ 0 w 42"/>
                    <a:gd name="T3" fmla="*/ 0 h 44"/>
                    <a:gd name="T4" fmla="*/ 0 w 42"/>
                    <a:gd name="T5" fmla="*/ 0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205" name="Freeform 67">
                  <a:extLst>
                    <a:ext uri="{FF2B5EF4-FFF2-40B4-BE49-F238E27FC236}">
                      <a16:creationId xmlns:a16="http://schemas.microsoft.com/office/drawing/2014/main" id="{EF6A64B5-FBE1-406A-99CD-871A2F78847D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1244" y="295"/>
                  <a:ext cx="14" cy="10"/>
                </a:xfrm>
                <a:custGeom>
                  <a:avLst/>
                  <a:gdLst>
                    <a:gd name="T0" fmla="*/ 0 w 31"/>
                    <a:gd name="T1" fmla="*/ 0 h 30"/>
                    <a:gd name="T2" fmla="*/ 0 w 31"/>
                    <a:gd name="T3" fmla="*/ 0 h 30"/>
                    <a:gd name="T4" fmla="*/ 0 w 31"/>
                    <a:gd name="T5" fmla="*/ 0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107" name="Group 68">
                <a:extLst>
                  <a:ext uri="{FF2B5EF4-FFF2-40B4-BE49-F238E27FC236}">
                    <a16:creationId xmlns:a16="http://schemas.microsoft.com/office/drawing/2014/main" id="{2BB39C35-C867-4815-BEC1-AC56FC8533DA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3709" y="240"/>
                <a:ext cx="1139" cy="429"/>
                <a:chOff x="3709" y="240"/>
                <a:chExt cx="1139" cy="429"/>
              </a:xfrm>
            </p:grpSpPr>
            <p:sp>
              <p:nvSpPr>
                <p:cNvPr id="1108" name="Freeform 69">
                  <a:extLst>
                    <a:ext uri="{FF2B5EF4-FFF2-40B4-BE49-F238E27FC236}">
                      <a16:creationId xmlns:a16="http://schemas.microsoft.com/office/drawing/2014/main" id="{4BA94C00-0623-4138-A64B-BC515F13651E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808" y="616"/>
                  <a:ext cx="8" cy="14"/>
                </a:xfrm>
                <a:custGeom>
                  <a:avLst/>
                  <a:gdLst>
                    <a:gd name="T0" fmla="*/ 0 w 30"/>
                    <a:gd name="T1" fmla="*/ 0 h 42"/>
                    <a:gd name="T2" fmla="*/ 0 w 30"/>
                    <a:gd name="T3" fmla="*/ 0 h 42"/>
                    <a:gd name="T4" fmla="*/ 0 w 30"/>
                    <a:gd name="T5" fmla="*/ 0 h 42"/>
                    <a:gd name="T6" fmla="*/ 0 w 30"/>
                    <a:gd name="T7" fmla="*/ 0 h 42"/>
                    <a:gd name="T8" fmla="*/ 0 w 30"/>
                    <a:gd name="T9" fmla="*/ 0 h 42"/>
                    <a:gd name="T10" fmla="*/ 0 w 30"/>
                    <a:gd name="T11" fmla="*/ 0 h 42"/>
                    <a:gd name="T12" fmla="*/ 0 w 30"/>
                    <a:gd name="T13" fmla="*/ 0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09" name="Freeform 70">
                  <a:extLst>
                    <a:ext uri="{FF2B5EF4-FFF2-40B4-BE49-F238E27FC236}">
                      <a16:creationId xmlns:a16="http://schemas.microsoft.com/office/drawing/2014/main" id="{3C5D84B3-3DB2-4954-A328-60923BDBB45E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655" y="629"/>
                  <a:ext cx="8" cy="5"/>
                </a:xfrm>
                <a:custGeom>
                  <a:avLst/>
                  <a:gdLst>
                    <a:gd name="T0" fmla="*/ 0 w 25"/>
                    <a:gd name="T1" fmla="*/ 0 h 16"/>
                    <a:gd name="T2" fmla="*/ 0 w 25"/>
                    <a:gd name="T3" fmla="*/ 0 h 16"/>
                    <a:gd name="T4" fmla="*/ 0 w 25"/>
                    <a:gd name="T5" fmla="*/ 0 h 16"/>
                    <a:gd name="T6" fmla="*/ 0 w 25"/>
                    <a:gd name="T7" fmla="*/ 0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10" name="Freeform 71">
                  <a:extLst>
                    <a:ext uri="{FF2B5EF4-FFF2-40B4-BE49-F238E27FC236}">
                      <a16:creationId xmlns:a16="http://schemas.microsoft.com/office/drawing/2014/main" id="{41553E0D-A790-430F-ACE4-0E3B6A0511DF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609" y="635"/>
                  <a:ext cx="28" cy="15"/>
                </a:xfrm>
                <a:custGeom>
                  <a:avLst/>
                  <a:gdLst>
                    <a:gd name="T0" fmla="*/ 0 w 65"/>
                    <a:gd name="T1" fmla="*/ 0 h 46"/>
                    <a:gd name="T2" fmla="*/ 0 w 65"/>
                    <a:gd name="T3" fmla="*/ 0 h 46"/>
                    <a:gd name="T4" fmla="*/ 0 w 65"/>
                    <a:gd name="T5" fmla="*/ 0 h 46"/>
                    <a:gd name="T6" fmla="*/ 0 w 65"/>
                    <a:gd name="T7" fmla="*/ 0 h 46"/>
                    <a:gd name="T8" fmla="*/ 0 w 65"/>
                    <a:gd name="T9" fmla="*/ 0 h 46"/>
                    <a:gd name="T10" fmla="*/ 0 w 65"/>
                    <a:gd name="T11" fmla="*/ 0 h 46"/>
                    <a:gd name="T12" fmla="*/ 0 w 65"/>
                    <a:gd name="T13" fmla="*/ 0 h 46"/>
                    <a:gd name="T14" fmla="*/ 0 w 65"/>
                    <a:gd name="T15" fmla="*/ 0 h 46"/>
                    <a:gd name="T16" fmla="*/ 0 w 65"/>
                    <a:gd name="T17" fmla="*/ 0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11" name="Freeform 72">
                  <a:extLst>
                    <a:ext uri="{FF2B5EF4-FFF2-40B4-BE49-F238E27FC236}">
                      <a16:creationId xmlns:a16="http://schemas.microsoft.com/office/drawing/2014/main" id="{945BA3F3-0399-4E74-A8F2-5B65E1913E9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580" y="634"/>
                  <a:ext cx="29" cy="16"/>
                </a:xfrm>
                <a:custGeom>
                  <a:avLst/>
                  <a:gdLst>
                    <a:gd name="T0" fmla="*/ 0 w 69"/>
                    <a:gd name="T1" fmla="*/ 0 h 47"/>
                    <a:gd name="T2" fmla="*/ 0 w 69"/>
                    <a:gd name="T3" fmla="*/ 0 h 47"/>
                    <a:gd name="T4" fmla="*/ 0 w 69"/>
                    <a:gd name="T5" fmla="*/ 0 h 47"/>
                    <a:gd name="T6" fmla="*/ 0 w 69"/>
                    <a:gd name="T7" fmla="*/ 0 h 47"/>
                    <a:gd name="T8" fmla="*/ 0 w 69"/>
                    <a:gd name="T9" fmla="*/ 0 h 47"/>
                    <a:gd name="T10" fmla="*/ 0 w 69"/>
                    <a:gd name="T11" fmla="*/ 0 h 47"/>
                    <a:gd name="T12" fmla="*/ 0 w 69"/>
                    <a:gd name="T13" fmla="*/ 0 h 47"/>
                    <a:gd name="T14" fmla="*/ 0 w 69"/>
                    <a:gd name="T15" fmla="*/ 0 h 47"/>
                    <a:gd name="T16" fmla="*/ 0 w 69"/>
                    <a:gd name="T17" fmla="*/ 0 h 47"/>
                    <a:gd name="T18" fmla="*/ 0 w 69"/>
                    <a:gd name="T19" fmla="*/ 0 h 47"/>
                    <a:gd name="T20" fmla="*/ 0 w 69"/>
                    <a:gd name="T21" fmla="*/ 0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12" name="Freeform 73">
                  <a:extLst>
                    <a:ext uri="{FF2B5EF4-FFF2-40B4-BE49-F238E27FC236}">
                      <a16:creationId xmlns:a16="http://schemas.microsoft.com/office/drawing/2014/main" id="{377F7652-55F9-455D-8A34-284467CD852F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423" y="547"/>
                  <a:ext cx="151" cy="93"/>
                </a:xfrm>
                <a:custGeom>
                  <a:avLst/>
                  <a:gdLst>
                    <a:gd name="T0" fmla="*/ 0 w 355"/>
                    <a:gd name="T1" fmla="*/ 0 h 277"/>
                    <a:gd name="T2" fmla="*/ 0 w 355"/>
                    <a:gd name="T3" fmla="*/ 0 h 277"/>
                    <a:gd name="T4" fmla="*/ 0 w 355"/>
                    <a:gd name="T5" fmla="*/ 0 h 277"/>
                    <a:gd name="T6" fmla="*/ 0 w 355"/>
                    <a:gd name="T7" fmla="*/ 0 h 277"/>
                    <a:gd name="T8" fmla="*/ 0 w 355"/>
                    <a:gd name="T9" fmla="*/ 0 h 277"/>
                    <a:gd name="T10" fmla="*/ 0 w 355"/>
                    <a:gd name="T11" fmla="*/ 0 h 277"/>
                    <a:gd name="T12" fmla="*/ 0 w 355"/>
                    <a:gd name="T13" fmla="*/ 0 h 277"/>
                    <a:gd name="T14" fmla="*/ 0 w 355"/>
                    <a:gd name="T15" fmla="*/ 0 h 277"/>
                    <a:gd name="T16" fmla="*/ 0 w 355"/>
                    <a:gd name="T17" fmla="*/ 0 h 277"/>
                    <a:gd name="T18" fmla="*/ 0 w 355"/>
                    <a:gd name="T19" fmla="*/ 0 h 277"/>
                    <a:gd name="T20" fmla="*/ 0 w 355"/>
                    <a:gd name="T21" fmla="*/ 0 h 277"/>
                    <a:gd name="T22" fmla="*/ 0 w 355"/>
                    <a:gd name="T23" fmla="*/ 0 h 277"/>
                    <a:gd name="T24" fmla="*/ 0 w 355"/>
                    <a:gd name="T25" fmla="*/ 0 h 277"/>
                    <a:gd name="T26" fmla="*/ 0 w 355"/>
                    <a:gd name="T27" fmla="*/ 0 h 277"/>
                    <a:gd name="T28" fmla="*/ 0 w 355"/>
                    <a:gd name="T29" fmla="*/ 0 h 277"/>
                    <a:gd name="T30" fmla="*/ 0 w 355"/>
                    <a:gd name="T31" fmla="*/ 0 h 277"/>
                    <a:gd name="T32" fmla="*/ 0 w 355"/>
                    <a:gd name="T33" fmla="*/ 0 h 277"/>
                    <a:gd name="T34" fmla="*/ 0 w 355"/>
                    <a:gd name="T35" fmla="*/ 0 h 277"/>
                    <a:gd name="T36" fmla="*/ 0 w 355"/>
                    <a:gd name="T37" fmla="*/ 0 h 277"/>
                    <a:gd name="T38" fmla="*/ 0 w 355"/>
                    <a:gd name="T39" fmla="*/ 0 h 277"/>
                    <a:gd name="T40" fmla="*/ 0 w 355"/>
                    <a:gd name="T41" fmla="*/ 0 h 277"/>
                    <a:gd name="T42" fmla="*/ 0 w 355"/>
                    <a:gd name="T43" fmla="*/ 0 h 277"/>
                    <a:gd name="T44" fmla="*/ 0 w 355"/>
                    <a:gd name="T45" fmla="*/ 0 h 277"/>
                    <a:gd name="T46" fmla="*/ 0 w 355"/>
                    <a:gd name="T47" fmla="*/ 0 h 277"/>
                    <a:gd name="T48" fmla="*/ 0 w 355"/>
                    <a:gd name="T49" fmla="*/ 0 h 277"/>
                    <a:gd name="T50" fmla="*/ 0 w 355"/>
                    <a:gd name="T51" fmla="*/ 0 h 277"/>
                    <a:gd name="T52" fmla="*/ 0 w 355"/>
                    <a:gd name="T53" fmla="*/ 0 h 277"/>
                    <a:gd name="T54" fmla="*/ 0 w 355"/>
                    <a:gd name="T55" fmla="*/ 0 h 277"/>
                    <a:gd name="T56" fmla="*/ 0 w 355"/>
                    <a:gd name="T57" fmla="*/ 0 h 277"/>
                    <a:gd name="T58" fmla="*/ 0 w 355"/>
                    <a:gd name="T59" fmla="*/ 0 h 277"/>
                    <a:gd name="T60" fmla="*/ 0 w 355"/>
                    <a:gd name="T61" fmla="*/ 0 h 277"/>
                    <a:gd name="T62" fmla="*/ 0 w 355"/>
                    <a:gd name="T63" fmla="*/ 0 h 277"/>
                    <a:gd name="T64" fmla="*/ 0 w 355"/>
                    <a:gd name="T65" fmla="*/ 0 h 277"/>
                    <a:gd name="T66" fmla="*/ 0 w 355"/>
                    <a:gd name="T67" fmla="*/ 0 h 277"/>
                    <a:gd name="T68" fmla="*/ 0 w 355"/>
                    <a:gd name="T69" fmla="*/ 0 h 277"/>
                    <a:gd name="T70" fmla="*/ 0 w 355"/>
                    <a:gd name="T71" fmla="*/ 0 h 277"/>
                    <a:gd name="T72" fmla="*/ 0 w 355"/>
                    <a:gd name="T73" fmla="*/ 0 h 277"/>
                    <a:gd name="T74" fmla="*/ 0 w 355"/>
                    <a:gd name="T75" fmla="*/ 0 h 277"/>
                    <a:gd name="T76" fmla="*/ 0 w 355"/>
                    <a:gd name="T77" fmla="*/ 0 h 277"/>
                    <a:gd name="T78" fmla="*/ 0 w 355"/>
                    <a:gd name="T79" fmla="*/ 0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13" name="Freeform 74">
                  <a:extLst>
                    <a:ext uri="{FF2B5EF4-FFF2-40B4-BE49-F238E27FC236}">
                      <a16:creationId xmlns:a16="http://schemas.microsoft.com/office/drawing/2014/main" id="{B77217B8-07C5-413F-875D-7C49766925FC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515" y="541"/>
                  <a:ext cx="67" cy="68"/>
                </a:xfrm>
                <a:custGeom>
                  <a:avLst/>
                  <a:gdLst>
                    <a:gd name="T0" fmla="*/ 0 w 156"/>
                    <a:gd name="T1" fmla="*/ 0 h 206"/>
                    <a:gd name="T2" fmla="*/ 0 w 156"/>
                    <a:gd name="T3" fmla="*/ 0 h 206"/>
                    <a:gd name="T4" fmla="*/ 0 w 156"/>
                    <a:gd name="T5" fmla="*/ 0 h 206"/>
                    <a:gd name="T6" fmla="*/ 0 w 156"/>
                    <a:gd name="T7" fmla="*/ 0 h 206"/>
                    <a:gd name="T8" fmla="*/ 0 w 156"/>
                    <a:gd name="T9" fmla="*/ 0 h 206"/>
                    <a:gd name="T10" fmla="*/ 0 w 156"/>
                    <a:gd name="T11" fmla="*/ 0 h 206"/>
                    <a:gd name="T12" fmla="*/ 0 w 156"/>
                    <a:gd name="T13" fmla="*/ 0 h 206"/>
                    <a:gd name="T14" fmla="*/ 0 w 156"/>
                    <a:gd name="T15" fmla="*/ 0 h 206"/>
                    <a:gd name="T16" fmla="*/ 0 w 156"/>
                    <a:gd name="T17" fmla="*/ 0 h 206"/>
                    <a:gd name="T18" fmla="*/ 0 w 156"/>
                    <a:gd name="T19" fmla="*/ 0 h 206"/>
                    <a:gd name="T20" fmla="*/ 0 w 156"/>
                    <a:gd name="T21" fmla="*/ 0 h 206"/>
                    <a:gd name="T22" fmla="*/ 0 w 156"/>
                    <a:gd name="T23" fmla="*/ 0 h 206"/>
                    <a:gd name="T24" fmla="*/ 0 w 156"/>
                    <a:gd name="T25" fmla="*/ 0 h 206"/>
                    <a:gd name="T26" fmla="*/ 0 w 156"/>
                    <a:gd name="T27" fmla="*/ 0 h 206"/>
                    <a:gd name="T28" fmla="*/ 0 w 156"/>
                    <a:gd name="T29" fmla="*/ 0 h 206"/>
                    <a:gd name="T30" fmla="*/ 0 w 156"/>
                    <a:gd name="T31" fmla="*/ 0 h 206"/>
                    <a:gd name="T32" fmla="*/ 0 w 156"/>
                    <a:gd name="T33" fmla="*/ 0 h 206"/>
                    <a:gd name="T34" fmla="*/ 0 w 156"/>
                    <a:gd name="T35" fmla="*/ 0 h 206"/>
                    <a:gd name="T36" fmla="*/ 0 w 156"/>
                    <a:gd name="T37" fmla="*/ 0 h 206"/>
                    <a:gd name="T38" fmla="*/ 0 w 156"/>
                    <a:gd name="T39" fmla="*/ 0 h 206"/>
                    <a:gd name="T40" fmla="*/ 0 w 156"/>
                    <a:gd name="T41" fmla="*/ 0 h 206"/>
                    <a:gd name="T42" fmla="*/ 0 w 156"/>
                    <a:gd name="T43" fmla="*/ 0 h 206"/>
                    <a:gd name="T44" fmla="*/ 0 w 156"/>
                    <a:gd name="T45" fmla="*/ 0 h 206"/>
                    <a:gd name="T46" fmla="*/ 0 w 156"/>
                    <a:gd name="T47" fmla="*/ 0 h 206"/>
                    <a:gd name="T48" fmla="*/ 0 w 156"/>
                    <a:gd name="T49" fmla="*/ 0 h 206"/>
                    <a:gd name="T50" fmla="*/ 0 w 156"/>
                    <a:gd name="T51" fmla="*/ 0 h 206"/>
                    <a:gd name="T52" fmla="*/ 0 w 156"/>
                    <a:gd name="T53" fmla="*/ 0 h 206"/>
                    <a:gd name="T54" fmla="*/ 0 w 156"/>
                    <a:gd name="T55" fmla="*/ 0 h 206"/>
                    <a:gd name="T56" fmla="*/ 0 w 156"/>
                    <a:gd name="T57" fmla="*/ 0 h 206"/>
                    <a:gd name="T58" fmla="*/ 0 w 156"/>
                    <a:gd name="T59" fmla="*/ 0 h 206"/>
                    <a:gd name="T60" fmla="*/ 0 w 156"/>
                    <a:gd name="T61" fmla="*/ 0 h 206"/>
                    <a:gd name="T62" fmla="*/ 0 w 156"/>
                    <a:gd name="T63" fmla="*/ 0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14" name="Freeform 75">
                  <a:extLst>
                    <a:ext uri="{FF2B5EF4-FFF2-40B4-BE49-F238E27FC236}">
                      <a16:creationId xmlns:a16="http://schemas.microsoft.com/office/drawing/2014/main" id="{BD2529F4-19B5-4303-AC11-D5A6C7B3C3A6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580" y="572"/>
                  <a:ext cx="47" cy="13"/>
                </a:xfrm>
                <a:custGeom>
                  <a:avLst/>
                  <a:gdLst>
                    <a:gd name="T0" fmla="*/ 0 w 109"/>
                    <a:gd name="T1" fmla="*/ 0 h 38"/>
                    <a:gd name="T2" fmla="*/ 0 w 109"/>
                    <a:gd name="T3" fmla="*/ 0 h 38"/>
                    <a:gd name="T4" fmla="*/ 0 w 109"/>
                    <a:gd name="T5" fmla="*/ 0 h 38"/>
                    <a:gd name="T6" fmla="*/ 0 w 109"/>
                    <a:gd name="T7" fmla="*/ 0 h 38"/>
                    <a:gd name="T8" fmla="*/ 0 w 109"/>
                    <a:gd name="T9" fmla="*/ 0 h 38"/>
                    <a:gd name="T10" fmla="*/ 0 w 109"/>
                    <a:gd name="T11" fmla="*/ 0 h 38"/>
                    <a:gd name="T12" fmla="*/ 0 w 109"/>
                    <a:gd name="T13" fmla="*/ 0 h 38"/>
                    <a:gd name="T14" fmla="*/ 0 w 109"/>
                    <a:gd name="T15" fmla="*/ 0 h 38"/>
                    <a:gd name="T16" fmla="*/ 0 w 109"/>
                    <a:gd name="T17" fmla="*/ 0 h 38"/>
                    <a:gd name="T18" fmla="*/ 0 w 109"/>
                    <a:gd name="T19" fmla="*/ 0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15" name="Freeform 76">
                  <a:extLst>
                    <a:ext uri="{FF2B5EF4-FFF2-40B4-BE49-F238E27FC236}">
                      <a16:creationId xmlns:a16="http://schemas.microsoft.com/office/drawing/2014/main" id="{D9FF038F-907F-478B-86D1-3097214E017F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578" y="588"/>
                  <a:ext cx="32" cy="34"/>
                </a:xfrm>
                <a:custGeom>
                  <a:avLst/>
                  <a:gdLst>
                    <a:gd name="T0" fmla="*/ 0 w 76"/>
                    <a:gd name="T1" fmla="*/ 0 h 104"/>
                    <a:gd name="T2" fmla="*/ 0 w 76"/>
                    <a:gd name="T3" fmla="*/ 0 h 104"/>
                    <a:gd name="T4" fmla="*/ 0 w 76"/>
                    <a:gd name="T5" fmla="*/ 0 h 104"/>
                    <a:gd name="T6" fmla="*/ 0 w 76"/>
                    <a:gd name="T7" fmla="*/ 0 h 104"/>
                    <a:gd name="T8" fmla="*/ 0 w 76"/>
                    <a:gd name="T9" fmla="*/ 0 h 104"/>
                    <a:gd name="T10" fmla="*/ 0 w 76"/>
                    <a:gd name="T11" fmla="*/ 0 h 104"/>
                    <a:gd name="T12" fmla="*/ 0 w 76"/>
                    <a:gd name="T13" fmla="*/ 0 h 104"/>
                    <a:gd name="T14" fmla="*/ 0 w 76"/>
                    <a:gd name="T15" fmla="*/ 0 h 104"/>
                    <a:gd name="T16" fmla="*/ 0 w 76"/>
                    <a:gd name="T17" fmla="*/ 0 h 104"/>
                    <a:gd name="T18" fmla="*/ 0 w 76"/>
                    <a:gd name="T19" fmla="*/ 0 h 104"/>
                    <a:gd name="T20" fmla="*/ 0 w 76"/>
                    <a:gd name="T21" fmla="*/ 0 h 104"/>
                    <a:gd name="T22" fmla="*/ 0 w 76"/>
                    <a:gd name="T23" fmla="*/ 0 h 104"/>
                    <a:gd name="T24" fmla="*/ 0 w 76"/>
                    <a:gd name="T25" fmla="*/ 0 h 104"/>
                    <a:gd name="T26" fmla="*/ 0 w 76"/>
                    <a:gd name="T27" fmla="*/ 0 h 104"/>
                    <a:gd name="T28" fmla="*/ 0 w 76"/>
                    <a:gd name="T29" fmla="*/ 0 h 104"/>
                    <a:gd name="T30" fmla="*/ 0 w 76"/>
                    <a:gd name="T31" fmla="*/ 0 h 104"/>
                    <a:gd name="T32" fmla="*/ 0 w 76"/>
                    <a:gd name="T33" fmla="*/ 0 h 104"/>
                    <a:gd name="T34" fmla="*/ 0 w 76"/>
                    <a:gd name="T35" fmla="*/ 0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16" name="Freeform 77">
                  <a:extLst>
                    <a:ext uri="{FF2B5EF4-FFF2-40B4-BE49-F238E27FC236}">
                      <a16:creationId xmlns:a16="http://schemas.microsoft.com/office/drawing/2014/main" id="{CA1DAEBC-EBDF-4625-A899-F491C44378FF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632" y="569"/>
                  <a:ext cx="16" cy="20"/>
                </a:xfrm>
                <a:custGeom>
                  <a:avLst/>
                  <a:gdLst>
                    <a:gd name="T0" fmla="*/ 0 w 37"/>
                    <a:gd name="T1" fmla="*/ 0 h 61"/>
                    <a:gd name="T2" fmla="*/ 0 w 37"/>
                    <a:gd name="T3" fmla="*/ 0 h 61"/>
                    <a:gd name="T4" fmla="*/ 0 w 37"/>
                    <a:gd name="T5" fmla="*/ 0 h 61"/>
                    <a:gd name="T6" fmla="*/ 0 w 37"/>
                    <a:gd name="T7" fmla="*/ 0 h 61"/>
                    <a:gd name="T8" fmla="*/ 0 w 37"/>
                    <a:gd name="T9" fmla="*/ 0 h 61"/>
                    <a:gd name="T10" fmla="*/ 0 w 37"/>
                    <a:gd name="T11" fmla="*/ 0 h 61"/>
                    <a:gd name="T12" fmla="*/ 0 w 37"/>
                    <a:gd name="T13" fmla="*/ 0 h 61"/>
                    <a:gd name="T14" fmla="*/ 0 w 37"/>
                    <a:gd name="T15" fmla="*/ 0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17" name="Freeform 78">
                  <a:extLst>
                    <a:ext uri="{FF2B5EF4-FFF2-40B4-BE49-F238E27FC236}">
                      <a16:creationId xmlns:a16="http://schemas.microsoft.com/office/drawing/2014/main" id="{25990610-49FE-4AC9-9984-443CD787842D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636" y="600"/>
                  <a:ext cx="20" cy="10"/>
                </a:xfrm>
                <a:custGeom>
                  <a:avLst/>
                  <a:gdLst>
                    <a:gd name="T0" fmla="*/ 0 w 49"/>
                    <a:gd name="T1" fmla="*/ 0 h 29"/>
                    <a:gd name="T2" fmla="*/ 0 w 49"/>
                    <a:gd name="T3" fmla="*/ 0 h 29"/>
                    <a:gd name="T4" fmla="*/ 0 w 49"/>
                    <a:gd name="T5" fmla="*/ 0 h 29"/>
                    <a:gd name="T6" fmla="*/ 0 w 49"/>
                    <a:gd name="T7" fmla="*/ 0 h 29"/>
                    <a:gd name="T8" fmla="*/ 0 w 49"/>
                    <a:gd name="T9" fmla="*/ 0 h 29"/>
                    <a:gd name="T10" fmla="*/ 0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18" name="Freeform 79">
                  <a:extLst>
                    <a:ext uri="{FF2B5EF4-FFF2-40B4-BE49-F238E27FC236}">
                      <a16:creationId xmlns:a16="http://schemas.microsoft.com/office/drawing/2014/main" id="{E9428151-5E3A-48C0-8966-56E5E12357B9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657" y="585"/>
                  <a:ext cx="25" cy="17"/>
                </a:xfrm>
                <a:custGeom>
                  <a:avLst/>
                  <a:gdLst>
                    <a:gd name="T0" fmla="*/ 0 w 61"/>
                    <a:gd name="T1" fmla="*/ 0 h 48"/>
                    <a:gd name="T2" fmla="*/ 0 w 61"/>
                    <a:gd name="T3" fmla="*/ 0 h 48"/>
                    <a:gd name="T4" fmla="*/ 0 w 61"/>
                    <a:gd name="T5" fmla="*/ 0 h 48"/>
                    <a:gd name="T6" fmla="*/ 0 w 61"/>
                    <a:gd name="T7" fmla="*/ 0 h 48"/>
                    <a:gd name="T8" fmla="*/ 0 w 61"/>
                    <a:gd name="T9" fmla="*/ 0 h 48"/>
                    <a:gd name="T10" fmla="*/ 0 w 61"/>
                    <a:gd name="T11" fmla="*/ 0 h 48"/>
                    <a:gd name="T12" fmla="*/ 0 w 61"/>
                    <a:gd name="T13" fmla="*/ 0 h 48"/>
                    <a:gd name="T14" fmla="*/ 0 w 61"/>
                    <a:gd name="T15" fmla="*/ 0 h 48"/>
                    <a:gd name="T16" fmla="*/ 0 w 61"/>
                    <a:gd name="T17" fmla="*/ 0 h 48"/>
                    <a:gd name="T18" fmla="*/ 0 w 61"/>
                    <a:gd name="T19" fmla="*/ 0 h 48"/>
                    <a:gd name="T20" fmla="*/ 0 w 61"/>
                    <a:gd name="T21" fmla="*/ 0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19" name="Freeform 80">
                  <a:extLst>
                    <a:ext uri="{FF2B5EF4-FFF2-40B4-BE49-F238E27FC236}">
                      <a16:creationId xmlns:a16="http://schemas.microsoft.com/office/drawing/2014/main" id="{BFAD0DBD-47F6-4250-97FD-EBAF77BE2299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664" y="593"/>
                  <a:ext cx="122" cy="60"/>
                </a:xfrm>
                <a:custGeom>
                  <a:avLst/>
                  <a:gdLst>
                    <a:gd name="T0" fmla="*/ 0 w 286"/>
                    <a:gd name="T1" fmla="*/ 0 h 182"/>
                    <a:gd name="T2" fmla="*/ 0 w 286"/>
                    <a:gd name="T3" fmla="*/ 0 h 182"/>
                    <a:gd name="T4" fmla="*/ 0 w 286"/>
                    <a:gd name="T5" fmla="*/ 0 h 182"/>
                    <a:gd name="T6" fmla="*/ 0 w 286"/>
                    <a:gd name="T7" fmla="*/ 0 h 182"/>
                    <a:gd name="T8" fmla="*/ 0 w 286"/>
                    <a:gd name="T9" fmla="*/ 0 h 182"/>
                    <a:gd name="T10" fmla="*/ 0 w 286"/>
                    <a:gd name="T11" fmla="*/ 0 h 182"/>
                    <a:gd name="T12" fmla="*/ 0 w 286"/>
                    <a:gd name="T13" fmla="*/ 0 h 182"/>
                    <a:gd name="T14" fmla="*/ 0 w 286"/>
                    <a:gd name="T15" fmla="*/ 0 h 182"/>
                    <a:gd name="T16" fmla="*/ 0 w 286"/>
                    <a:gd name="T17" fmla="*/ 0 h 182"/>
                    <a:gd name="T18" fmla="*/ 0 w 286"/>
                    <a:gd name="T19" fmla="*/ 0 h 182"/>
                    <a:gd name="T20" fmla="*/ 0 w 286"/>
                    <a:gd name="T21" fmla="*/ 0 h 182"/>
                    <a:gd name="T22" fmla="*/ 0 w 286"/>
                    <a:gd name="T23" fmla="*/ 0 h 182"/>
                    <a:gd name="T24" fmla="*/ 0 w 286"/>
                    <a:gd name="T25" fmla="*/ 0 h 182"/>
                    <a:gd name="T26" fmla="*/ 0 w 286"/>
                    <a:gd name="T27" fmla="*/ 0 h 182"/>
                    <a:gd name="T28" fmla="*/ 0 w 286"/>
                    <a:gd name="T29" fmla="*/ 0 h 182"/>
                    <a:gd name="T30" fmla="*/ 0 w 286"/>
                    <a:gd name="T31" fmla="*/ 0 h 182"/>
                    <a:gd name="T32" fmla="*/ 0 w 286"/>
                    <a:gd name="T33" fmla="*/ 0 h 182"/>
                    <a:gd name="T34" fmla="*/ 0 w 286"/>
                    <a:gd name="T35" fmla="*/ 0 h 182"/>
                    <a:gd name="T36" fmla="*/ 0 w 286"/>
                    <a:gd name="T37" fmla="*/ 0 h 182"/>
                    <a:gd name="T38" fmla="*/ 0 w 286"/>
                    <a:gd name="T39" fmla="*/ 0 h 182"/>
                    <a:gd name="T40" fmla="*/ 0 w 286"/>
                    <a:gd name="T41" fmla="*/ 0 h 182"/>
                    <a:gd name="T42" fmla="*/ 0 w 286"/>
                    <a:gd name="T43" fmla="*/ 0 h 182"/>
                    <a:gd name="T44" fmla="*/ 0 w 286"/>
                    <a:gd name="T45" fmla="*/ 0 h 182"/>
                    <a:gd name="T46" fmla="*/ 0 w 286"/>
                    <a:gd name="T47" fmla="*/ 0 h 182"/>
                    <a:gd name="T48" fmla="*/ 0 w 286"/>
                    <a:gd name="T49" fmla="*/ 0 h 182"/>
                    <a:gd name="T50" fmla="*/ 0 w 286"/>
                    <a:gd name="T51" fmla="*/ 0 h 182"/>
                    <a:gd name="T52" fmla="*/ 0 w 286"/>
                    <a:gd name="T53" fmla="*/ 0 h 182"/>
                    <a:gd name="T54" fmla="*/ 0 w 286"/>
                    <a:gd name="T55" fmla="*/ 0 h 182"/>
                    <a:gd name="T56" fmla="*/ 0 w 286"/>
                    <a:gd name="T57" fmla="*/ 0 h 182"/>
                    <a:gd name="T58" fmla="*/ 0 w 286"/>
                    <a:gd name="T59" fmla="*/ 0 h 182"/>
                    <a:gd name="T60" fmla="*/ 0 w 286"/>
                    <a:gd name="T61" fmla="*/ 0 h 182"/>
                    <a:gd name="T62" fmla="*/ 0 w 286"/>
                    <a:gd name="T63" fmla="*/ 0 h 182"/>
                    <a:gd name="T64" fmla="*/ 0 w 286"/>
                    <a:gd name="T65" fmla="*/ 0 h 182"/>
                    <a:gd name="T66" fmla="*/ 0 w 286"/>
                    <a:gd name="T67" fmla="*/ 0 h 182"/>
                    <a:gd name="T68" fmla="*/ 0 w 286"/>
                    <a:gd name="T69" fmla="*/ 0 h 182"/>
                    <a:gd name="T70" fmla="*/ 0 w 286"/>
                    <a:gd name="T71" fmla="*/ 0 h 182"/>
                    <a:gd name="T72" fmla="*/ 0 w 286"/>
                    <a:gd name="T73" fmla="*/ 0 h 182"/>
                    <a:gd name="T74" fmla="*/ 0 w 286"/>
                    <a:gd name="T75" fmla="*/ 0 h 182"/>
                    <a:gd name="T76" fmla="*/ 0 w 286"/>
                    <a:gd name="T77" fmla="*/ 0 h 182"/>
                    <a:gd name="T78" fmla="*/ 0 w 286"/>
                    <a:gd name="T79" fmla="*/ 0 h 182"/>
                    <a:gd name="T80" fmla="*/ 0 w 286"/>
                    <a:gd name="T81" fmla="*/ 0 h 182"/>
                    <a:gd name="T82" fmla="*/ 0 w 286"/>
                    <a:gd name="T83" fmla="*/ 0 h 182"/>
                    <a:gd name="T84" fmla="*/ 0 w 286"/>
                    <a:gd name="T85" fmla="*/ 0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20" name="Freeform 81">
                  <a:extLst>
                    <a:ext uri="{FF2B5EF4-FFF2-40B4-BE49-F238E27FC236}">
                      <a16:creationId xmlns:a16="http://schemas.microsoft.com/office/drawing/2014/main" id="{292CFF21-E634-4C40-A96C-9A942156860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770" y="599"/>
                  <a:ext cx="33" cy="26"/>
                </a:xfrm>
                <a:custGeom>
                  <a:avLst/>
                  <a:gdLst>
                    <a:gd name="T0" fmla="*/ 0 w 78"/>
                    <a:gd name="T1" fmla="*/ 0 h 78"/>
                    <a:gd name="T2" fmla="*/ 0 w 78"/>
                    <a:gd name="T3" fmla="*/ 0 h 78"/>
                    <a:gd name="T4" fmla="*/ 0 w 78"/>
                    <a:gd name="T5" fmla="*/ 0 h 78"/>
                    <a:gd name="T6" fmla="*/ 0 w 78"/>
                    <a:gd name="T7" fmla="*/ 0 h 78"/>
                    <a:gd name="T8" fmla="*/ 0 w 78"/>
                    <a:gd name="T9" fmla="*/ 0 h 78"/>
                    <a:gd name="T10" fmla="*/ 0 w 78"/>
                    <a:gd name="T11" fmla="*/ 0 h 78"/>
                    <a:gd name="T12" fmla="*/ 0 w 78"/>
                    <a:gd name="T13" fmla="*/ 0 h 78"/>
                    <a:gd name="T14" fmla="*/ 0 w 78"/>
                    <a:gd name="T15" fmla="*/ 0 h 78"/>
                    <a:gd name="T16" fmla="*/ 0 w 78"/>
                    <a:gd name="T17" fmla="*/ 0 h 78"/>
                    <a:gd name="T18" fmla="*/ 0 w 78"/>
                    <a:gd name="T19" fmla="*/ 0 h 78"/>
                    <a:gd name="T20" fmla="*/ 0 w 78"/>
                    <a:gd name="T21" fmla="*/ 0 h 78"/>
                    <a:gd name="T22" fmla="*/ 0 w 78"/>
                    <a:gd name="T23" fmla="*/ 0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21" name="Freeform 82">
                  <a:extLst>
                    <a:ext uri="{FF2B5EF4-FFF2-40B4-BE49-F238E27FC236}">
                      <a16:creationId xmlns:a16="http://schemas.microsoft.com/office/drawing/2014/main" id="{A1B5A8D5-77C8-4982-87C9-2850011B90DD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840" y="544"/>
                  <a:ext cx="8" cy="5"/>
                </a:xfrm>
                <a:custGeom>
                  <a:avLst/>
                  <a:gdLst>
                    <a:gd name="T0" fmla="*/ 0 w 17"/>
                    <a:gd name="T1" fmla="*/ 0 h 18"/>
                    <a:gd name="T2" fmla="*/ 0 w 17"/>
                    <a:gd name="T3" fmla="*/ 0 h 18"/>
                    <a:gd name="T4" fmla="*/ 0 w 17"/>
                    <a:gd name="T5" fmla="*/ 0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22" name="Freeform 83">
                  <a:extLst>
                    <a:ext uri="{FF2B5EF4-FFF2-40B4-BE49-F238E27FC236}">
                      <a16:creationId xmlns:a16="http://schemas.microsoft.com/office/drawing/2014/main" id="{BC78358B-A241-4AB5-9429-FAFD2569BB6C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747" y="494"/>
                  <a:ext cx="8" cy="5"/>
                </a:xfrm>
                <a:custGeom>
                  <a:avLst/>
                  <a:gdLst>
                    <a:gd name="T0" fmla="*/ 0 w 20"/>
                    <a:gd name="T1" fmla="*/ 0 h 15"/>
                    <a:gd name="T2" fmla="*/ 0 w 20"/>
                    <a:gd name="T3" fmla="*/ 0 h 15"/>
                    <a:gd name="T4" fmla="*/ 0 w 20"/>
                    <a:gd name="T5" fmla="*/ 0 h 15"/>
                    <a:gd name="T6" fmla="*/ 0 w 20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23" name="Freeform 84">
                  <a:extLst>
                    <a:ext uri="{FF2B5EF4-FFF2-40B4-BE49-F238E27FC236}">
                      <a16:creationId xmlns:a16="http://schemas.microsoft.com/office/drawing/2014/main" id="{2267A471-DD26-41C3-AB6F-4F17B0D2073F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676" y="536"/>
                  <a:ext cx="8" cy="5"/>
                </a:xfrm>
                <a:custGeom>
                  <a:avLst/>
                  <a:gdLst>
                    <a:gd name="T0" fmla="*/ 0 w 20"/>
                    <a:gd name="T1" fmla="*/ 0 h 15"/>
                    <a:gd name="T2" fmla="*/ 0 w 20"/>
                    <a:gd name="T3" fmla="*/ 0 h 15"/>
                    <a:gd name="T4" fmla="*/ 0 w 20"/>
                    <a:gd name="T5" fmla="*/ 0 h 15"/>
                    <a:gd name="T6" fmla="*/ 0 w 20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24" name="Freeform 85">
                  <a:extLst>
                    <a:ext uri="{FF2B5EF4-FFF2-40B4-BE49-F238E27FC236}">
                      <a16:creationId xmlns:a16="http://schemas.microsoft.com/office/drawing/2014/main" id="{E5E35ACE-AD9D-4223-989E-A9DA6EBE99F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598" y="523"/>
                  <a:ext cx="34" cy="27"/>
                </a:xfrm>
                <a:custGeom>
                  <a:avLst/>
                  <a:gdLst>
                    <a:gd name="T0" fmla="*/ 0 w 80"/>
                    <a:gd name="T1" fmla="*/ 0 h 80"/>
                    <a:gd name="T2" fmla="*/ 0 w 80"/>
                    <a:gd name="T3" fmla="*/ 0 h 80"/>
                    <a:gd name="T4" fmla="*/ 0 w 80"/>
                    <a:gd name="T5" fmla="*/ 0 h 80"/>
                    <a:gd name="T6" fmla="*/ 0 w 80"/>
                    <a:gd name="T7" fmla="*/ 0 h 80"/>
                    <a:gd name="T8" fmla="*/ 0 w 80"/>
                    <a:gd name="T9" fmla="*/ 0 h 80"/>
                    <a:gd name="T10" fmla="*/ 0 w 80"/>
                    <a:gd name="T11" fmla="*/ 0 h 80"/>
                    <a:gd name="T12" fmla="*/ 0 w 80"/>
                    <a:gd name="T13" fmla="*/ 0 h 80"/>
                    <a:gd name="T14" fmla="*/ 0 w 80"/>
                    <a:gd name="T15" fmla="*/ 0 h 80"/>
                    <a:gd name="T16" fmla="*/ 0 w 80"/>
                    <a:gd name="T17" fmla="*/ 0 h 80"/>
                    <a:gd name="T18" fmla="*/ 0 w 80"/>
                    <a:gd name="T19" fmla="*/ 0 h 80"/>
                    <a:gd name="T20" fmla="*/ 0 w 80"/>
                    <a:gd name="T21" fmla="*/ 0 h 80"/>
                    <a:gd name="T22" fmla="*/ 0 w 80"/>
                    <a:gd name="T23" fmla="*/ 0 h 80"/>
                    <a:gd name="T24" fmla="*/ 0 w 80"/>
                    <a:gd name="T25" fmla="*/ 0 h 80"/>
                    <a:gd name="T26" fmla="*/ 0 w 80"/>
                    <a:gd name="T27" fmla="*/ 0 h 80"/>
                    <a:gd name="T28" fmla="*/ 0 w 80"/>
                    <a:gd name="T29" fmla="*/ 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25" name="Freeform 86">
                  <a:extLst>
                    <a:ext uri="{FF2B5EF4-FFF2-40B4-BE49-F238E27FC236}">
                      <a16:creationId xmlns:a16="http://schemas.microsoft.com/office/drawing/2014/main" id="{B6ED7BE3-3B0D-47EA-ACCE-FA6AC3E8D315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587" y="466"/>
                  <a:ext cx="40" cy="57"/>
                </a:xfrm>
                <a:custGeom>
                  <a:avLst/>
                  <a:gdLst>
                    <a:gd name="T0" fmla="*/ 0 w 94"/>
                    <a:gd name="T1" fmla="*/ 0 h 174"/>
                    <a:gd name="T2" fmla="*/ 0 w 94"/>
                    <a:gd name="T3" fmla="*/ 0 h 174"/>
                    <a:gd name="T4" fmla="*/ 0 w 94"/>
                    <a:gd name="T5" fmla="*/ 0 h 174"/>
                    <a:gd name="T6" fmla="*/ 0 w 94"/>
                    <a:gd name="T7" fmla="*/ 0 h 174"/>
                    <a:gd name="T8" fmla="*/ 0 w 94"/>
                    <a:gd name="T9" fmla="*/ 0 h 174"/>
                    <a:gd name="T10" fmla="*/ 0 w 94"/>
                    <a:gd name="T11" fmla="*/ 0 h 174"/>
                    <a:gd name="T12" fmla="*/ 0 w 94"/>
                    <a:gd name="T13" fmla="*/ 0 h 174"/>
                    <a:gd name="T14" fmla="*/ 0 w 94"/>
                    <a:gd name="T15" fmla="*/ 0 h 174"/>
                    <a:gd name="T16" fmla="*/ 0 w 94"/>
                    <a:gd name="T17" fmla="*/ 0 h 174"/>
                    <a:gd name="T18" fmla="*/ 0 w 94"/>
                    <a:gd name="T19" fmla="*/ 0 h 174"/>
                    <a:gd name="T20" fmla="*/ 0 w 94"/>
                    <a:gd name="T21" fmla="*/ 0 h 174"/>
                    <a:gd name="T22" fmla="*/ 0 w 94"/>
                    <a:gd name="T23" fmla="*/ 0 h 174"/>
                    <a:gd name="T24" fmla="*/ 0 w 94"/>
                    <a:gd name="T25" fmla="*/ 0 h 174"/>
                    <a:gd name="T26" fmla="*/ 0 w 94"/>
                    <a:gd name="T27" fmla="*/ 0 h 174"/>
                    <a:gd name="T28" fmla="*/ 0 w 94"/>
                    <a:gd name="T29" fmla="*/ 0 h 174"/>
                    <a:gd name="T30" fmla="*/ 0 w 94"/>
                    <a:gd name="T31" fmla="*/ 0 h 174"/>
                    <a:gd name="T32" fmla="*/ 0 w 94"/>
                    <a:gd name="T33" fmla="*/ 0 h 174"/>
                    <a:gd name="T34" fmla="*/ 0 w 94"/>
                    <a:gd name="T35" fmla="*/ 0 h 174"/>
                    <a:gd name="T36" fmla="*/ 0 w 94"/>
                    <a:gd name="T37" fmla="*/ 0 h 174"/>
                    <a:gd name="T38" fmla="*/ 0 w 94"/>
                    <a:gd name="T39" fmla="*/ 0 h 174"/>
                    <a:gd name="T40" fmla="*/ 0 w 94"/>
                    <a:gd name="T41" fmla="*/ 0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26" name="Freeform 87">
                  <a:extLst>
                    <a:ext uri="{FF2B5EF4-FFF2-40B4-BE49-F238E27FC236}">
                      <a16:creationId xmlns:a16="http://schemas.microsoft.com/office/drawing/2014/main" id="{F2B56AA4-AE09-4911-964A-0260ED78CBA2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597" y="508"/>
                  <a:ext cx="14" cy="18"/>
                </a:xfrm>
                <a:custGeom>
                  <a:avLst/>
                  <a:gdLst>
                    <a:gd name="T0" fmla="*/ 0 w 32"/>
                    <a:gd name="T1" fmla="*/ 0 h 50"/>
                    <a:gd name="T2" fmla="*/ 0 w 32"/>
                    <a:gd name="T3" fmla="*/ 0 h 50"/>
                    <a:gd name="T4" fmla="*/ 0 w 32"/>
                    <a:gd name="T5" fmla="*/ 0 h 50"/>
                    <a:gd name="T6" fmla="*/ 0 w 32"/>
                    <a:gd name="T7" fmla="*/ 0 h 50"/>
                    <a:gd name="T8" fmla="*/ 0 w 32"/>
                    <a:gd name="T9" fmla="*/ 0 h 50"/>
                    <a:gd name="T10" fmla="*/ 0 w 32"/>
                    <a:gd name="T11" fmla="*/ 0 h 50"/>
                    <a:gd name="T12" fmla="*/ 0 w 32"/>
                    <a:gd name="T13" fmla="*/ 0 h 50"/>
                    <a:gd name="T14" fmla="*/ 0 w 32"/>
                    <a:gd name="T15" fmla="*/ 0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27" name="Freeform 88">
                  <a:extLst>
                    <a:ext uri="{FF2B5EF4-FFF2-40B4-BE49-F238E27FC236}">
                      <a16:creationId xmlns:a16="http://schemas.microsoft.com/office/drawing/2014/main" id="{C332F656-87F6-49C5-B637-D03777B4CF70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569" y="512"/>
                  <a:ext cx="19" cy="17"/>
                </a:xfrm>
                <a:custGeom>
                  <a:avLst/>
                  <a:gdLst>
                    <a:gd name="T0" fmla="*/ 0 w 43"/>
                    <a:gd name="T1" fmla="*/ 0 h 50"/>
                    <a:gd name="T2" fmla="*/ 0 w 43"/>
                    <a:gd name="T3" fmla="*/ 0 h 50"/>
                    <a:gd name="T4" fmla="*/ 0 w 43"/>
                    <a:gd name="T5" fmla="*/ 0 h 50"/>
                    <a:gd name="T6" fmla="*/ 0 w 43"/>
                    <a:gd name="T7" fmla="*/ 0 h 50"/>
                    <a:gd name="T8" fmla="*/ 0 w 43"/>
                    <a:gd name="T9" fmla="*/ 0 h 50"/>
                    <a:gd name="T10" fmla="*/ 0 w 43"/>
                    <a:gd name="T11" fmla="*/ 0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28" name="Freeform 89">
                  <a:extLst>
                    <a:ext uri="{FF2B5EF4-FFF2-40B4-BE49-F238E27FC236}">
                      <a16:creationId xmlns:a16="http://schemas.microsoft.com/office/drawing/2014/main" id="{7C34D650-3A31-470B-B4AF-F4CA61C135C3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784" y="275"/>
                  <a:ext cx="18" cy="10"/>
                </a:xfrm>
                <a:custGeom>
                  <a:avLst/>
                  <a:gdLst>
                    <a:gd name="T0" fmla="*/ 0 w 41"/>
                    <a:gd name="T1" fmla="*/ 0 h 29"/>
                    <a:gd name="T2" fmla="*/ 0 w 41"/>
                    <a:gd name="T3" fmla="*/ 0 h 29"/>
                    <a:gd name="T4" fmla="*/ 0 w 41"/>
                    <a:gd name="T5" fmla="*/ 0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29" name="Freeform 90">
                  <a:extLst>
                    <a:ext uri="{FF2B5EF4-FFF2-40B4-BE49-F238E27FC236}">
                      <a16:creationId xmlns:a16="http://schemas.microsoft.com/office/drawing/2014/main" id="{460DD372-8E33-4587-AB58-703B2CF96A9D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293" y="246"/>
                  <a:ext cx="438" cy="152"/>
                </a:xfrm>
                <a:custGeom>
                  <a:avLst/>
                  <a:gdLst>
                    <a:gd name="T0" fmla="*/ 73 w 438"/>
                    <a:gd name="T1" fmla="*/ 1 h 152"/>
                    <a:gd name="T2" fmla="*/ 438 w 438"/>
                    <a:gd name="T3" fmla="*/ 0 h 152"/>
                    <a:gd name="T4" fmla="*/ 416 w 438"/>
                    <a:gd name="T5" fmla="*/ 54 h 152"/>
                    <a:gd name="T6" fmla="*/ 397 w 438"/>
                    <a:gd name="T7" fmla="*/ 68 h 152"/>
                    <a:gd name="T8" fmla="*/ 392 w 438"/>
                    <a:gd name="T9" fmla="*/ 70 h 152"/>
                    <a:gd name="T10" fmla="*/ 375 w 438"/>
                    <a:gd name="T11" fmla="*/ 73 h 152"/>
                    <a:gd name="T12" fmla="*/ 361 w 438"/>
                    <a:gd name="T13" fmla="*/ 88 h 152"/>
                    <a:gd name="T14" fmla="*/ 362 w 438"/>
                    <a:gd name="T15" fmla="*/ 99 h 152"/>
                    <a:gd name="T16" fmla="*/ 364 w 438"/>
                    <a:gd name="T17" fmla="*/ 107 h 152"/>
                    <a:gd name="T18" fmla="*/ 366 w 438"/>
                    <a:gd name="T19" fmla="*/ 113 h 152"/>
                    <a:gd name="T20" fmla="*/ 362 w 438"/>
                    <a:gd name="T21" fmla="*/ 122 h 152"/>
                    <a:gd name="T22" fmla="*/ 351 w 438"/>
                    <a:gd name="T23" fmla="*/ 120 h 152"/>
                    <a:gd name="T24" fmla="*/ 342 w 438"/>
                    <a:gd name="T25" fmla="*/ 129 h 152"/>
                    <a:gd name="T26" fmla="*/ 347 w 438"/>
                    <a:gd name="T27" fmla="*/ 105 h 152"/>
                    <a:gd name="T28" fmla="*/ 338 w 438"/>
                    <a:gd name="T29" fmla="*/ 100 h 152"/>
                    <a:gd name="T30" fmla="*/ 344 w 438"/>
                    <a:gd name="T31" fmla="*/ 93 h 152"/>
                    <a:gd name="T32" fmla="*/ 342 w 438"/>
                    <a:gd name="T33" fmla="*/ 89 h 152"/>
                    <a:gd name="T34" fmla="*/ 320 w 438"/>
                    <a:gd name="T35" fmla="*/ 94 h 152"/>
                    <a:gd name="T36" fmla="*/ 317 w 438"/>
                    <a:gd name="T37" fmla="*/ 85 h 152"/>
                    <a:gd name="T38" fmla="*/ 297 w 438"/>
                    <a:gd name="T39" fmla="*/ 94 h 152"/>
                    <a:gd name="T40" fmla="*/ 320 w 438"/>
                    <a:gd name="T41" fmla="*/ 103 h 152"/>
                    <a:gd name="T42" fmla="*/ 305 w 438"/>
                    <a:gd name="T43" fmla="*/ 117 h 152"/>
                    <a:gd name="T44" fmla="*/ 311 w 438"/>
                    <a:gd name="T45" fmla="*/ 126 h 152"/>
                    <a:gd name="T46" fmla="*/ 315 w 438"/>
                    <a:gd name="T47" fmla="*/ 138 h 152"/>
                    <a:gd name="T48" fmla="*/ 309 w 438"/>
                    <a:gd name="T49" fmla="*/ 139 h 152"/>
                    <a:gd name="T50" fmla="*/ 314 w 438"/>
                    <a:gd name="T51" fmla="*/ 144 h 152"/>
                    <a:gd name="T52" fmla="*/ 307 w 438"/>
                    <a:gd name="T53" fmla="*/ 152 h 152"/>
                    <a:gd name="T54" fmla="*/ 0 w 438"/>
                    <a:gd name="T55" fmla="*/ 149 h 152"/>
                    <a:gd name="T56" fmla="*/ 73 w 438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8" h="152">
                      <a:moveTo>
                        <a:pt x="73" y="1"/>
                      </a:moveTo>
                      <a:lnTo>
                        <a:pt x="438" y="0"/>
                      </a:lnTo>
                      <a:cubicBezTo>
                        <a:pt x="432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30" name="Freeform 91">
                  <a:extLst>
                    <a:ext uri="{FF2B5EF4-FFF2-40B4-BE49-F238E27FC236}">
                      <a16:creationId xmlns:a16="http://schemas.microsoft.com/office/drawing/2014/main" id="{DDFC2943-A298-41CA-BE5C-82580D6E205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731" y="240"/>
                  <a:ext cx="20" cy="55"/>
                </a:xfrm>
                <a:custGeom>
                  <a:avLst/>
                  <a:gdLst>
                    <a:gd name="T0" fmla="*/ 0 w 47"/>
                    <a:gd name="T1" fmla="*/ 0 h 165"/>
                    <a:gd name="T2" fmla="*/ 0 w 47"/>
                    <a:gd name="T3" fmla="*/ 0 h 165"/>
                    <a:gd name="T4" fmla="*/ 0 w 47"/>
                    <a:gd name="T5" fmla="*/ 0 h 165"/>
                    <a:gd name="T6" fmla="*/ 0 w 47"/>
                    <a:gd name="T7" fmla="*/ 0 h 165"/>
                    <a:gd name="T8" fmla="*/ 0 w 47"/>
                    <a:gd name="T9" fmla="*/ 0 h 165"/>
                    <a:gd name="T10" fmla="*/ 0 w 47"/>
                    <a:gd name="T11" fmla="*/ 0 h 165"/>
                    <a:gd name="T12" fmla="*/ 0 w 47"/>
                    <a:gd name="T13" fmla="*/ 0 h 165"/>
                    <a:gd name="T14" fmla="*/ 0 w 47"/>
                    <a:gd name="T15" fmla="*/ 0 h 165"/>
                    <a:gd name="T16" fmla="*/ 0 w 47"/>
                    <a:gd name="T17" fmla="*/ 0 h 165"/>
                    <a:gd name="T18" fmla="*/ 0 w 47"/>
                    <a:gd name="T19" fmla="*/ 0 h 165"/>
                    <a:gd name="T20" fmla="*/ 0 w 47"/>
                    <a:gd name="T21" fmla="*/ 0 h 165"/>
                    <a:gd name="T22" fmla="*/ 0 w 47"/>
                    <a:gd name="T23" fmla="*/ 0 h 165"/>
                    <a:gd name="T24" fmla="*/ 0 w 47"/>
                    <a:gd name="T25" fmla="*/ 0 h 165"/>
                    <a:gd name="T26" fmla="*/ 0 w 47"/>
                    <a:gd name="T27" fmla="*/ 0 h 165"/>
                    <a:gd name="T28" fmla="*/ 0 w 47"/>
                    <a:gd name="T29" fmla="*/ 0 h 165"/>
                    <a:gd name="T30" fmla="*/ 0 w 47"/>
                    <a:gd name="T31" fmla="*/ 0 h 165"/>
                    <a:gd name="T32" fmla="*/ 0 w 47"/>
                    <a:gd name="T33" fmla="*/ 0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31" name="Freeform 92">
                  <a:extLst>
                    <a:ext uri="{FF2B5EF4-FFF2-40B4-BE49-F238E27FC236}">
                      <a16:creationId xmlns:a16="http://schemas.microsoft.com/office/drawing/2014/main" id="{783D1A6B-3A79-4EA9-9E2B-69374EB8702D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719" y="287"/>
                  <a:ext cx="59" cy="34"/>
                </a:xfrm>
                <a:custGeom>
                  <a:avLst/>
                  <a:gdLst>
                    <a:gd name="T0" fmla="*/ 0 w 138"/>
                    <a:gd name="T1" fmla="*/ 0 h 103"/>
                    <a:gd name="T2" fmla="*/ 0 w 138"/>
                    <a:gd name="T3" fmla="*/ 0 h 103"/>
                    <a:gd name="T4" fmla="*/ 0 w 138"/>
                    <a:gd name="T5" fmla="*/ 0 h 103"/>
                    <a:gd name="T6" fmla="*/ 0 w 138"/>
                    <a:gd name="T7" fmla="*/ 0 h 103"/>
                    <a:gd name="T8" fmla="*/ 0 w 138"/>
                    <a:gd name="T9" fmla="*/ 0 h 103"/>
                    <a:gd name="T10" fmla="*/ 0 w 138"/>
                    <a:gd name="T11" fmla="*/ 0 h 103"/>
                    <a:gd name="T12" fmla="*/ 0 w 138"/>
                    <a:gd name="T13" fmla="*/ 0 h 103"/>
                    <a:gd name="T14" fmla="*/ 0 w 138"/>
                    <a:gd name="T15" fmla="*/ 0 h 103"/>
                    <a:gd name="T16" fmla="*/ 0 w 138"/>
                    <a:gd name="T17" fmla="*/ 0 h 103"/>
                    <a:gd name="T18" fmla="*/ 0 w 138"/>
                    <a:gd name="T19" fmla="*/ 0 h 103"/>
                    <a:gd name="T20" fmla="*/ 0 w 138"/>
                    <a:gd name="T21" fmla="*/ 0 h 103"/>
                    <a:gd name="T22" fmla="*/ 0 w 138"/>
                    <a:gd name="T23" fmla="*/ 0 h 103"/>
                    <a:gd name="T24" fmla="*/ 0 w 138"/>
                    <a:gd name="T25" fmla="*/ 0 h 103"/>
                    <a:gd name="T26" fmla="*/ 0 w 138"/>
                    <a:gd name="T27" fmla="*/ 0 h 103"/>
                    <a:gd name="T28" fmla="*/ 0 w 138"/>
                    <a:gd name="T29" fmla="*/ 0 h 103"/>
                    <a:gd name="T30" fmla="*/ 0 w 138"/>
                    <a:gd name="T31" fmla="*/ 0 h 103"/>
                    <a:gd name="T32" fmla="*/ 0 w 138"/>
                    <a:gd name="T33" fmla="*/ 0 h 103"/>
                    <a:gd name="T34" fmla="*/ 0 w 138"/>
                    <a:gd name="T35" fmla="*/ 0 h 103"/>
                    <a:gd name="T36" fmla="*/ 0 w 138"/>
                    <a:gd name="T37" fmla="*/ 0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32" name="Freeform 93">
                  <a:extLst>
                    <a:ext uri="{FF2B5EF4-FFF2-40B4-BE49-F238E27FC236}">
                      <a16:creationId xmlns:a16="http://schemas.microsoft.com/office/drawing/2014/main" id="{E3A3621C-0FE2-4E6B-869C-9283CA64F740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656" y="319"/>
                  <a:ext cx="76" cy="72"/>
                </a:xfrm>
                <a:custGeom>
                  <a:avLst/>
                  <a:gdLst>
                    <a:gd name="T0" fmla="*/ 0 w 188"/>
                    <a:gd name="T1" fmla="*/ 0 h 214"/>
                    <a:gd name="T2" fmla="*/ 0 w 188"/>
                    <a:gd name="T3" fmla="*/ 0 h 214"/>
                    <a:gd name="T4" fmla="*/ 0 w 188"/>
                    <a:gd name="T5" fmla="*/ 0 h 214"/>
                    <a:gd name="T6" fmla="*/ 0 w 188"/>
                    <a:gd name="T7" fmla="*/ 0 h 214"/>
                    <a:gd name="T8" fmla="*/ 0 w 188"/>
                    <a:gd name="T9" fmla="*/ 0 h 214"/>
                    <a:gd name="T10" fmla="*/ 0 w 188"/>
                    <a:gd name="T11" fmla="*/ 0 h 214"/>
                    <a:gd name="T12" fmla="*/ 0 w 188"/>
                    <a:gd name="T13" fmla="*/ 0 h 214"/>
                    <a:gd name="T14" fmla="*/ 0 w 188"/>
                    <a:gd name="T15" fmla="*/ 0 h 214"/>
                    <a:gd name="T16" fmla="*/ 0 w 188"/>
                    <a:gd name="T17" fmla="*/ 0 h 214"/>
                    <a:gd name="T18" fmla="*/ 0 w 188"/>
                    <a:gd name="T19" fmla="*/ 0 h 214"/>
                    <a:gd name="T20" fmla="*/ 0 w 188"/>
                    <a:gd name="T21" fmla="*/ 0 h 214"/>
                    <a:gd name="T22" fmla="*/ 0 w 188"/>
                    <a:gd name="T23" fmla="*/ 0 h 214"/>
                    <a:gd name="T24" fmla="*/ 0 w 188"/>
                    <a:gd name="T25" fmla="*/ 0 h 214"/>
                    <a:gd name="T26" fmla="*/ 0 w 188"/>
                    <a:gd name="T27" fmla="*/ 0 h 214"/>
                    <a:gd name="T28" fmla="*/ 0 w 188"/>
                    <a:gd name="T29" fmla="*/ 0 h 214"/>
                    <a:gd name="T30" fmla="*/ 0 w 188"/>
                    <a:gd name="T31" fmla="*/ 0 h 214"/>
                    <a:gd name="T32" fmla="*/ 0 w 188"/>
                    <a:gd name="T33" fmla="*/ 0 h 214"/>
                    <a:gd name="T34" fmla="*/ 0 w 188"/>
                    <a:gd name="T35" fmla="*/ 0 h 214"/>
                    <a:gd name="T36" fmla="*/ 0 w 188"/>
                    <a:gd name="T37" fmla="*/ 0 h 214"/>
                    <a:gd name="T38" fmla="*/ 0 w 188"/>
                    <a:gd name="T39" fmla="*/ 0 h 214"/>
                    <a:gd name="T40" fmla="*/ 0 w 188"/>
                    <a:gd name="T41" fmla="*/ 0 h 214"/>
                    <a:gd name="T42" fmla="*/ 0 w 188"/>
                    <a:gd name="T43" fmla="*/ 0 h 214"/>
                    <a:gd name="T44" fmla="*/ 0 w 188"/>
                    <a:gd name="T45" fmla="*/ 0 h 214"/>
                    <a:gd name="T46" fmla="*/ 0 w 188"/>
                    <a:gd name="T47" fmla="*/ 0 h 214"/>
                    <a:gd name="T48" fmla="*/ 0 w 188"/>
                    <a:gd name="T49" fmla="*/ 0 h 214"/>
                    <a:gd name="T50" fmla="*/ 0 w 188"/>
                    <a:gd name="T51" fmla="*/ 0 h 214"/>
                    <a:gd name="T52" fmla="*/ 0 w 188"/>
                    <a:gd name="T53" fmla="*/ 0 h 214"/>
                    <a:gd name="T54" fmla="*/ 0 w 188"/>
                    <a:gd name="T55" fmla="*/ 0 h 214"/>
                    <a:gd name="T56" fmla="*/ 0 w 188"/>
                    <a:gd name="T57" fmla="*/ 0 h 214"/>
                    <a:gd name="T58" fmla="*/ 0 w 188"/>
                    <a:gd name="T59" fmla="*/ 0 h 214"/>
                    <a:gd name="T60" fmla="*/ 0 w 188"/>
                    <a:gd name="T61" fmla="*/ 0 h 214"/>
                    <a:gd name="T62" fmla="*/ 0 w 188"/>
                    <a:gd name="T63" fmla="*/ 0 h 214"/>
                    <a:gd name="T64" fmla="*/ 0 w 188"/>
                    <a:gd name="T65" fmla="*/ 0 h 214"/>
                    <a:gd name="T66" fmla="*/ 0 w 188"/>
                    <a:gd name="T67" fmla="*/ 0 h 214"/>
                    <a:gd name="T68" fmla="*/ 0 w 188"/>
                    <a:gd name="T69" fmla="*/ 0 h 214"/>
                    <a:gd name="T70" fmla="*/ 0 w 188"/>
                    <a:gd name="T71" fmla="*/ 0 h 214"/>
                    <a:gd name="T72" fmla="*/ 0 w 188"/>
                    <a:gd name="T73" fmla="*/ 0 h 214"/>
                    <a:gd name="T74" fmla="*/ 0 w 188"/>
                    <a:gd name="T75" fmla="*/ 0 h 214"/>
                    <a:gd name="T76" fmla="*/ 0 w 188"/>
                    <a:gd name="T77" fmla="*/ 0 h 214"/>
                    <a:gd name="T78" fmla="*/ 0 w 188"/>
                    <a:gd name="T79" fmla="*/ 0 h 214"/>
                    <a:gd name="T80" fmla="*/ 0 w 188"/>
                    <a:gd name="T81" fmla="*/ 0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33" name="Freeform 94">
                  <a:extLst>
                    <a:ext uri="{FF2B5EF4-FFF2-40B4-BE49-F238E27FC236}">
                      <a16:creationId xmlns:a16="http://schemas.microsoft.com/office/drawing/2014/main" id="{525143BF-92F5-4C2B-AC30-4AB0BBC6C4AA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709" y="340"/>
                  <a:ext cx="6" cy="4"/>
                </a:xfrm>
                <a:custGeom>
                  <a:avLst/>
                  <a:gdLst>
                    <a:gd name="T0" fmla="*/ 0 w 13"/>
                    <a:gd name="T1" fmla="*/ 0 h 13"/>
                    <a:gd name="T2" fmla="*/ 0 w 13"/>
                    <a:gd name="T3" fmla="*/ 0 h 13"/>
                    <a:gd name="T4" fmla="*/ 0 w 13"/>
                    <a:gd name="T5" fmla="*/ 0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34" name="Freeform 95">
                  <a:extLst>
                    <a:ext uri="{FF2B5EF4-FFF2-40B4-BE49-F238E27FC236}">
                      <a16:creationId xmlns:a16="http://schemas.microsoft.com/office/drawing/2014/main" id="{D3848407-EE01-4F3C-B60C-74CDBDAB014A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261" y="389"/>
                  <a:ext cx="347" cy="189"/>
                </a:xfrm>
                <a:custGeom>
                  <a:avLst/>
                  <a:gdLst>
                    <a:gd name="T0" fmla="*/ 0 w 812"/>
                    <a:gd name="T1" fmla="*/ 0 h 564"/>
                    <a:gd name="T2" fmla="*/ 0 w 812"/>
                    <a:gd name="T3" fmla="*/ 0 h 564"/>
                    <a:gd name="T4" fmla="*/ 0 w 812"/>
                    <a:gd name="T5" fmla="*/ 0 h 564"/>
                    <a:gd name="T6" fmla="*/ 0 w 812"/>
                    <a:gd name="T7" fmla="*/ 0 h 564"/>
                    <a:gd name="T8" fmla="*/ 0 w 812"/>
                    <a:gd name="T9" fmla="*/ 0 h 564"/>
                    <a:gd name="T10" fmla="*/ 0 w 812"/>
                    <a:gd name="T11" fmla="*/ 0 h 564"/>
                    <a:gd name="T12" fmla="*/ 0 w 812"/>
                    <a:gd name="T13" fmla="*/ 0 h 564"/>
                    <a:gd name="T14" fmla="*/ 0 w 812"/>
                    <a:gd name="T15" fmla="*/ 0 h 564"/>
                    <a:gd name="T16" fmla="*/ 0 w 812"/>
                    <a:gd name="T17" fmla="*/ 0 h 564"/>
                    <a:gd name="T18" fmla="*/ 0 w 812"/>
                    <a:gd name="T19" fmla="*/ 0 h 564"/>
                    <a:gd name="T20" fmla="*/ 0 w 812"/>
                    <a:gd name="T21" fmla="*/ 0 h 564"/>
                    <a:gd name="T22" fmla="*/ 0 w 812"/>
                    <a:gd name="T23" fmla="*/ 0 h 564"/>
                    <a:gd name="T24" fmla="*/ 0 w 812"/>
                    <a:gd name="T25" fmla="*/ 0 h 564"/>
                    <a:gd name="T26" fmla="*/ 0 w 812"/>
                    <a:gd name="T27" fmla="*/ 0 h 564"/>
                    <a:gd name="T28" fmla="*/ 0 w 812"/>
                    <a:gd name="T29" fmla="*/ 0 h 564"/>
                    <a:gd name="T30" fmla="*/ 0 w 812"/>
                    <a:gd name="T31" fmla="*/ 0 h 564"/>
                    <a:gd name="T32" fmla="*/ 0 w 812"/>
                    <a:gd name="T33" fmla="*/ 0 h 564"/>
                    <a:gd name="T34" fmla="*/ 0 w 812"/>
                    <a:gd name="T35" fmla="*/ 0 h 564"/>
                    <a:gd name="T36" fmla="*/ 0 w 812"/>
                    <a:gd name="T37" fmla="*/ 0 h 564"/>
                    <a:gd name="T38" fmla="*/ 0 w 812"/>
                    <a:gd name="T39" fmla="*/ 0 h 564"/>
                    <a:gd name="T40" fmla="*/ 0 w 812"/>
                    <a:gd name="T41" fmla="*/ 0 h 564"/>
                    <a:gd name="T42" fmla="*/ 0 w 812"/>
                    <a:gd name="T43" fmla="*/ 0 h 564"/>
                    <a:gd name="T44" fmla="*/ 0 w 812"/>
                    <a:gd name="T45" fmla="*/ 0 h 564"/>
                    <a:gd name="T46" fmla="*/ 0 w 812"/>
                    <a:gd name="T47" fmla="*/ 0 h 564"/>
                    <a:gd name="T48" fmla="*/ 0 w 812"/>
                    <a:gd name="T49" fmla="*/ 0 h 564"/>
                    <a:gd name="T50" fmla="*/ 0 w 812"/>
                    <a:gd name="T51" fmla="*/ 0 h 564"/>
                    <a:gd name="T52" fmla="*/ 0 w 812"/>
                    <a:gd name="T53" fmla="*/ 0 h 564"/>
                    <a:gd name="T54" fmla="*/ 0 w 812"/>
                    <a:gd name="T55" fmla="*/ 0 h 564"/>
                    <a:gd name="T56" fmla="*/ 0 w 812"/>
                    <a:gd name="T57" fmla="*/ 0 h 564"/>
                    <a:gd name="T58" fmla="*/ 0 w 812"/>
                    <a:gd name="T59" fmla="*/ 0 h 564"/>
                    <a:gd name="T60" fmla="*/ 0 w 812"/>
                    <a:gd name="T61" fmla="*/ 0 h 564"/>
                    <a:gd name="T62" fmla="*/ 0 w 812"/>
                    <a:gd name="T63" fmla="*/ 0 h 564"/>
                    <a:gd name="T64" fmla="*/ 0 w 812"/>
                    <a:gd name="T65" fmla="*/ 0 h 564"/>
                    <a:gd name="T66" fmla="*/ 0 w 812"/>
                    <a:gd name="T67" fmla="*/ 0 h 564"/>
                    <a:gd name="T68" fmla="*/ 0 w 812"/>
                    <a:gd name="T69" fmla="*/ 0 h 564"/>
                    <a:gd name="T70" fmla="*/ 0 w 812"/>
                    <a:gd name="T71" fmla="*/ 0 h 564"/>
                    <a:gd name="T72" fmla="*/ 0 w 812"/>
                    <a:gd name="T73" fmla="*/ 0 h 564"/>
                    <a:gd name="T74" fmla="*/ 0 w 812"/>
                    <a:gd name="T75" fmla="*/ 0 h 564"/>
                    <a:gd name="T76" fmla="*/ 0 w 812"/>
                    <a:gd name="T77" fmla="*/ 0 h 564"/>
                    <a:gd name="T78" fmla="*/ 0 w 812"/>
                    <a:gd name="T79" fmla="*/ 0 h 564"/>
                    <a:gd name="T80" fmla="*/ 0 w 812"/>
                    <a:gd name="T81" fmla="*/ 0 h 564"/>
                    <a:gd name="T82" fmla="*/ 0 w 812"/>
                    <a:gd name="T83" fmla="*/ 0 h 564"/>
                    <a:gd name="T84" fmla="*/ 0 w 812"/>
                    <a:gd name="T85" fmla="*/ 0 h 564"/>
                    <a:gd name="T86" fmla="*/ 0 w 812"/>
                    <a:gd name="T87" fmla="*/ 0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35" name="Freeform 96">
                  <a:extLst>
                    <a:ext uri="{FF2B5EF4-FFF2-40B4-BE49-F238E27FC236}">
                      <a16:creationId xmlns:a16="http://schemas.microsoft.com/office/drawing/2014/main" id="{84BBD999-2F4A-4BFF-882C-5FC1E9C3B25E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322" y="519"/>
                  <a:ext cx="19" cy="29"/>
                </a:xfrm>
                <a:custGeom>
                  <a:avLst/>
                  <a:gdLst>
                    <a:gd name="T0" fmla="*/ 0 w 43"/>
                    <a:gd name="T1" fmla="*/ 0 h 85"/>
                    <a:gd name="T2" fmla="*/ 0 w 43"/>
                    <a:gd name="T3" fmla="*/ 0 h 85"/>
                    <a:gd name="T4" fmla="*/ 0 w 43"/>
                    <a:gd name="T5" fmla="*/ 0 h 85"/>
                    <a:gd name="T6" fmla="*/ 0 w 43"/>
                    <a:gd name="T7" fmla="*/ 0 h 85"/>
                    <a:gd name="T8" fmla="*/ 0 w 43"/>
                    <a:gd name="T9" fmla="*/ 0 h 85"/>
                    <a:gd name="T10" fmla="*/ 0 w 43"/>
                    <a:gd name="T11" fmla="*/ 0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36" name="Freeform 97">
                  <a:extLst>
                    <a:ext uri="{FF2B5EF4-FFF2-40B4-BE49-F238E27FC236}">
                      <a16:creationId xmlns:a16="http://schemas.microsoft.com/office/drawing/2014/main" id="{4DA13BA3-2A48-454B-A221-2F6EFC760885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588" y="421"/>
                  <a:ext cx="18" cy="24"/>
                </a:xfrm>
                <a:custGeom>
                  <a:avLst/>
                  <a:gdLst>
                    <a:gd name="T0" fmla="*/ 0 w 44"/>
                    <a:gd name="T1" fmla="*/ 0 h 74"/>
                    <a:gd name="T2" fmla="*/ 0 w 44"/>
                    <a:gd name="T3" fmla="*/ 0 h 74"/>
                    <a:gd name="T4" fmla="*/ 0 w 44"/>
                    <a:gd name="T5" fmla="*/ 0 h 74"/>
                    <a:gd name="T6" fmla="*/ 0 w 44"/>
                    <a:gd name="T7" fmla="*/ 0 h 74"/>
                    <a:gd name="T8" fmla="*/ 0 w 44"/>
                    <a:gd name="T9" fmla="*/ 0 h 74"/>
                    <a:gd name="T10" fmla="*/ 0 w 44"/>
                    <a:gd name="T11" fmla="*/ 0 h 74"/>
                    <a:gd name="T12" fmla="*/ 0 w 44"/>
                    <a:gd name="T13" fmla="*/ 0 h 74"/>
                    <a:gd name="T14" fmla="*/ 0 w 44"/>
                    <a:gd name="T15" fmla="*/ 0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37" name="Freeform 98">
                  <a:extLst>
                    <a:ext uri="{FF2B5EF4-FFF2-40B4-BE49-F238E27FC236}">
                      <a16:creationId xmlns:a16="http://schemas.microsoft.com/office/drawing/2014/main" id="{1B1283E5-D3EB-4991-97BD-5AD68BB7891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639" y="409"/>
                  <a:ext cx="8" cy="10"/>
                </a:xfrm>
                <a:custGeom>
                  <a:avLst/>
                  <a:gdLst>
                    <a:gd name="T0" fmla="*/ 0 w 20"/>
                    <a:gd name="T1" fmla="*/ 0 h 30"/>
                    <a:gd name="T2" fmla="*/ 0 w 20"/>
                    <a:gd name="T3" fmla="*/ 0 h 30"/>
                    <a:gd name="T4" fmla="*/ 0 w 20"/>
                    <a:gd name="T5" fmla="*/ 0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38" name="Freeform 99">
                  <a:extLst>
                    <a:ext uri="{FF2B5EF4-FFF2-40B4-BE49-F238E27FC236}">
                      <a16:creationId xmlns:a16="http://schemas.microsoft.com/office/drawing/2014/main" id="{FD709459-EAE4-4572-99FA-D4C65218443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3709" y="315"/>
                  <a:ext cx="432" cy="354"/>
                </a:xfrm>
                <a:custGeom>
                  <a:avLst/>
                  <a:gdLst>
                    <a:gd name="T0" fmla="*/ 1 w 682"/>
                    <a:gd name="T1" fmla="*/ 1 h 557"/>
                    <a:gd name="T2" fmla="*/ 1 w 682"/>
                    <a:gd name="T3" fmla="*/ 1 h 557"/>
                    <a:gd name="T4" fmla="*/ 1 w 682"/>
                    <a:gd name="T5" fmla="*/ 1 h 557"/>
                    <a:gd name="T6" fmla="*/ 1 w 682"/>
                    <a:gd name="T7" fmla="*/ 1 h 557"/>
                    <a:gd name="T8" fmla="*/ 1 w 682"/>
                    <a:gd name="T9" fmla="*/ 1 h 557"/>
                    <a:gd name="T10" fmla="*/ 1 w 682"/>
                    <a:gd name="T11" fmla="*/ 1 h 557"/>
                    <a:gd name="T12" fmla="*/ 1 w 682"/>
                    <a:gd name="T13" fmla="*/ 1 h 557"/>
                    <a:gd name="T14" fmla="*/ 1 w 682"/>
                    <a:gd name="T15" fmla="*/ 1 h 557"/>
                    <a:gd name="T16" fmla="*/ 1 w 682"/>
                    <a:gd name="T17" fmla="*/ 1 h 557"/>
                    <a:gd name="T18" fmla="*/ 1 w 682"/>
                    <a:gd name="T19" fmla="*/ 1 h 557"/>
                    <a:gd name="T20" fmla="*/ 1 w 682"/>
                    <a:gd name="T21" fmla="*/ 1 h 557"/>
                    <a:gd name="T22" fmla="*/ 1 w 682"/>
                    <a:gd name="T23" fmla="*/ 1 h 557"/>
                    <a:gd name="T24" fmla="*/ 1 w 682"/>
                    <a:gd name="T25" fmla="*/ 1 h 557"/>
                    <a:gd name="T26" fmla="*/ 1 w 682"/>
                    <a:gd name="T27" fmla="*/ 1 h 557"/>
                    <a:gd name="T28" fmla="*/ 1 w 682"/>
                    <a:gd name="T29" fmla="*/ 1 h 557"/>
                    <a:gd name="T30" fmla="*/ 1 w 682"/>
                    <a:gd name="T31" fmla="*/ 1 h 557"/>
                    <a:gd name="T32" fmla="*/ 1 w 682"/>
                    <a:gd name="T33" fmla="*/ 1 h 557"/>
                    <a:gd name="T34" fmla="*/ 0 w 682"/>
                    <a:gd name="T35" fmla="*/ 1 h 557"/>
                    <a:gd name="T36" fmla="*/ 1 w 682"/>
                    <a:gd name="T37" fmla="*/ 1 h 557"/>
                    <a:gd name="T38" fmla="*/ 1 w 682"/>
                    <a:gd name="T39" fmla="*/ 1 h 557"/>
                    <a:gd name="T40" fmla="*/ 1 w 682"/>
                    <a:gd name="T41" fmla="*/ 1 h 557"/>
                    <a:gd name="T42" fmla="*/ 1 w 682"/>
                    <a:gd name="T43" fmla="*/ 1 h 557"/>
                    <a:gd name="T44" fmla="*/ 1 w 682"/>
                    <a:gd name="T45" fmla="*/ 1 h 557"/>
                    <a:gd name="T46" fmla="*/ 1 w 682"/>
                    <a:gd name="T47" fmla="*/ 1 h 557"/>
                    <a:gd name="T48" fmla="*/ 1 w 682"/>
                    <a:gd name="T49" fmla="*/ 1 h 557"/>
                    <a:gd name="T50" fmla="*/ 1 w 682"/>
                    <a:gd name="T51" fmla="*/ 1 h 557"/>
                    <a:gd name="T52" fmla="*/ 1 w 682"/>
                    <a:gd name="T53" fmla="*/ 0 h 557"/>
                    <a:gd name="T54" fmla="*/ 1 w 682"/>
                    <a:gd name="T55" fmla="*/ 1 h 557"/>
                    <a:gd name="T56" fmla="*/ 1 w 682"/>
                    <a:gd name="T57" fmla="*/ 1 h 557"/>
                    <a:gd name="T58" fmla="*/ 1 w 682"/>
                    <a:gd name="T59" fmla="*/ 1 h 557"/>
                    <a:gd name="T60" fmla="*/ 1 w 682"/>
                    <a:gd name="T61" fmla="*/ 1 h 557"/>
                    <a:gd name="T62" fmla="*/ 1 w 682"/>
                    <a:gd name="T63" fmla="*/ 1 h 557"/>
                    <a:gd name="T64" fmla="*/ 1 w 682"/>
                    <a:gd name="T65" fmla="*/ 1 h 557"/>
                    <a:gd name="T66" fmla="*/ 1 w 682"/>
                    <a:gd name="T67" fmla="*/ 1 h 557"/>
                    <a:gd name="T68" fmla="*/ 1 w 682"/>
                    <a:gd name="T69" fmla="*/ 1 h 557"/>
                    <a:gd name="T70" fmla="*/ 1 w 682"/>
                    <a:gd name="T71" fmla="*/ 1 h 557"/>
                    <a:gd name="T72" fmla="*/ 1 w 682"/>
                    <a:gd name="T73" fmla="*/ 1 h 557"/>
                    <a:gd name="T74" fmla="*/ 1 w 682"/>
                    <a:gd name="T75" fmla="*/ 1 h 557"/>
                    <a:gd name="T76" fmla="*/ 1 w 682"/>
                    <a:gd name="T77" fmla="*/ 1 h 557"/>
                    <a:gd name="T78" fmla="*/ 1 w 682"/>
                    <a:gd name="T79" fmla="*/ 1 h 557"/>
                    <a:gd name="T80" fmla="*/ 1 w 682"/>
                    <a:gd name="T81" fmla="*/ 1 h 557"/>
                    <a:gd name="T82" fmla="*/ 1 w 682"/>
                    <a:gd name="T83" fmla="*/ 1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39" name="Freeform 100">
                  <a:extLst>
                    <a:ext uri="{FF2B5EF4-FFF2-40B4-BE49-F238E27FC236}">
                      <a16:creationId xmlns:a16="http://schemas.microsoft.com/office/drawing/2014/main" id="{299FE1F8-CBC3-43A2-9871-12A51A32D486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3877" y="448"/>
                  <a:ext cx="161" cy="221"/>
                </a:xfrm>
                <a:custGeom>
                  <a:avLst/>
                  <a:gdLst>
                    <a:gd name="T0" fmla="*/ 1 w 257"/>
                    <a:gd name="T1" fmla="*/ 1 h 347"/>
                    <a:gd name="T2" fmla="*/ 1 w 257"/>
                    <a:gd name="T3" fmla="*/ 1 h 347"/>
                    <a:gd name="T4" fmla="*/ 1 w 257"/>
                    <a:gd name="T5" fmla="*/ 1 h 347"/>
                    <a:gd name="T6" fmla="*/ 1 w 257"/>
                    <a:gd name="T7" fmla="*/ 1 h 347"/>
                    <a:gd name="T8" fmla="*/ 1 w 257"/>
                    <a:gd name="T9" fmla="*/ 1 h 347"/>
                    <a:gd name="T10" fmla="*/ 1 w 257"/>
                    <a:gd name="T11" fmla="*/ 1 h 347"/>
                    <a:gd name="T12" fmla="*/ 1 w 257"/>
                    <a:gd name="T13" fmla="*/ 1 h 347"/>
                    <a:gd name="T14" fmla="*/ 1 w 257"/>
                    <a:gd name="T15" fmla="*/ 1 h 347"/>
                    <a:gd name="T16" fmla="*/ 1 w 257"/>
                    <a:gd name="T17" fmla="*/ 1 h 347"/>
                    <a:gd name="T18" fmla="*/ 1 w 257"/>
                    <a:gd name="T19" fmla="*/ 1 h 347"/>
                    <a:gd name="T20" fmla="*/ 1 w 257"/>
                    <a:gd name="T21" fmla="*/ 1 h 347"/>
                    <a:gd name="T22" fmla="*/ 1 w 257"/>
                    <a:gd name="T23" fmla="*/ 1 h 347"/>
                    <a:gd name="T24" fmla="*/ 1 w 257"/>
                    <a:gd name="T25" fmla="*/ 1 h 347"/>
                    <a:gd name="T26" fmla="*/ 0 w 257"/>
                    <a:gd name="T27" fmla="*/ 1 h 347"/>
                    <a:gd name="T28" fmla="*/ 1 w 257"/>
                    <a:gd name="T29" fmla="*/ 1 h 347"/>
                    <a:gd name="T30" fmla="*/ 1 w 257"/>
                    <a:gd name="T31" fmla="*/ 1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40" name="Freeform 101">
                  <a:extLst>
                    <a:ext uri="{FF2B5EF4-FFF2-40B4-BE49-F238E27FC236}">
                      <a16:creationId xmlns:a16="http://schemas.microsoft.com/office/drawing/2014/main" id="{7697DA7D-0F05-48ED-B7DF-AC6612E6F6BD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164" y="611"/>
                  <a:ext cx="7" cy="12"/>
                </a:xfrm>
                <a:custGeom>
                  <a:avLst/>
                  <a:gdLst>
                    <a:gd name="T0" fmla="*/ 0 w 19"/>
                    <a:gd name="T1" fmla="*/ 0 h 37"/>
                    <a:gd name="T2" fmla="*/ 0 w 19"/>
                    <a:gd name="T3" fmla="*/ 0 h 37"/>
                    <a:gd name="T4" fmla="*/ 0 w 19"/>
                    <a:gd name="T5" fmla="*/ 0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41" name="Freeform 102">
                  <a:extLst>
                    <a:ext uri="{FF2B5EF4-FFF2-40B4-BE49-F238E27FC236}">
                      <a16:creationId xmlns:a16="http://schemas.microsoft.com/office/drawing/2014/main" id="{B633DE9D-3EB6-4F66-AED7-66434DE519D2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155" y="497"/>
                  <a:ext cx="9" cy="7"/>
                </a:xfrm>
                <a:custGeom>
                  <a:avLst/>
                  <a:gdLst>
                    <a:gd name="T0" fmla="*/ 0 w 22"/>
                    <a:gd name="T1" fmla="*/ 0 h 20"/>
                    <a:gd name="T2" fmla="*/ 0 w 22"/>
                    <a:gd name="T3" fmla="*/ 0 h 20"/>
                    <a:gd name="T4" fmla="*/ 0 w 22"/>
                    <a:gd name="T5" fmla="*/ 0 h 20"/>
                    <a:gd name="T6" fmla="*/ 0 w 22"/>
                    <a:gd name="T7" fmla="*/ 0 h 20"/>
                    <a:gd name="T8" fmla="*/ 0 w 22"/>
                    <a:gd name="T9" fmla="*/ 0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42" name="Freeform 103">
                  <a:extLst>
                    <a:ext uri="{FF2B5EF4-FFF2-40B4-BE49-F238E27FC236}">
                      <a16:creationId xmlns:a16="http://schemas.microsoft.com/office/drawing/2014/main" id="{0829B274-1025-4670-8F2C-67DD3589991B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3760" y="357"/>
                  <a:ext cx="25" cy="10"/>
                </a:xfrm>
                <a:custGeom>
                  <a:avLst/>
                  <a:gdLst>
                    <a:gd name="T0" fmla="*/ 0 w 57"/>
                    <a:gd name="T1" fmla="*/ 0 h 30"/>
                    <a:gd name="T2" fmla="*/ 0 w 57"/>
                    <a:gd name="T3" fmla="*/ 0 h 30"/>
                    <a:gd name="T4" fmla="*/ 0 w 57"/>
                    <a:gd name="T5" fmla="*/ 0 h 30"/>
                    <a:gd name="T6" fmla="*/ 0 w 57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43" name="Freeform 104">
                  <a:extLst>
                    <a:ext uri="{FF2B5EF4-FFF2-40B4-BE49-F238E27FC236}">
                      <a16:creationId xmlns:a16="http://schemas.microsoft.com/office/drawing/2014/main" id="{4356B0DF-02DA-4285-BCA3-E1251741338D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062" y="265"/>
                  <a:ext cx="295" cy="232"/>
                </a:xfrm>
                <a:custGeom>
                  <a:avLst/>
                  <a:gdLst>
                    <a:gd name="T0" fmla="*/ 0 w 693"/>
                    <a:gd name="T1" fmla="*/ 0 h 696"/>
                    <a:gd name="T2" fmla="*/ 0 w 693"/>
                    <a:gd name="T3" fmla="*/ 0 h 696"/>
                    <a:gd name="T4" fmla="*/ 0 w 693"/>
                    <a:gd name="T5" fmla="*/ 0 h 696"/>
                    <a:gd name="T6" fmla="*/ 0 w 693"/>
                    <a:gd name="T7" fmla="*/ 0 h 696"/>
                    <a:gd name="T8" fmla="*/ 0 w 693"/>
                    <a:gd name="T9" fmla="*/ 0 h 696"/>
                    <a:gd name="T10" fmla="*/ 0 w 693"/>
                    <a:gd name="T11" fmla="*/ 0 h 696"/>
                    <a:gd name="T12" fmla="*/ 0 w 693"/>
                    <a:gd name="T13" fmla="*/ 0 h 696"/>
                    <a:gd name="T14" fmla="*/ 0 w 693"/>
                    <a:gd name="T15" fmla="*/ 0 h 696"/>
                    <a:gd name="T16" fmla="*/ 0 w 693"/>
                    <a:gd name="T17" fmla="*/ 0 h 696"/>
                    <a:gd name="T18" fmla="*/ 0 w 693"/>
                    <a:gd name="T19" fmla="*/ 0 h 696"/>
                    <a:gd name="T20" fmla="*/ 0 w 693"/>
                    <a:gd name="T21" fmla="*/ 0 h 696"/>
                    <a:gd name="T22" fmla="*/ 0 w 693"/>
                    <a:gd name="T23" fmla="*/ 0 h 696"/>
                    <a:gd name="T24" fmla="*/ 0 w 693"/>
                    <a:gd name="T25" fmla="*/ 0 h 696"/>
                    <a:gd name="T26" fmla="*/ 0 w 693"/>
                    <a:gd name="T27" fmla="*/ 0 h 696"/>
                    <a:gd name="T28" fmla="*/ 0 w 693"/>
                    <a:gd name="T29" fmla="*/ 0 h 696"/>
                    <a:gd name="T30" fmla="*/ 0 w 693"/>
                    <a:gd name="T31" fmla="*/ 0 h 696"/>
                    <a:gd name="T32" fmla="*/ 0 w 693"/>
                    <a:gd name="T33" fmla="*/ 0 h 696"/>
                    <a:gd name="T34" fmla="*/ 0 w 693"/>
                    <a:gd name="T35" fmla="*/ 0 h 696"/>
                    <a:gd name="T36" fmla="*/ 0 w 693"/>
                    <a:gd name="T37" fmla="*/ 0 h 696"/>
                    <a:gd name="T38" fmla="*/ 0 w 693"/>
                    <a:gd name="T39" fmla="*/ 0 h 696"/>
                    <a:gd name="T40" fmla="*/ 0 w 693"/>
                    <a:gd name="T41" fmla="*/ 0 h 696"/>
                    <a:gd name="T42" fmla="*/ 0 w 693"/>
                    <a:gd name="T43" fmla="*/ 0 h 696"/>
                    <a:gd name="T44" fmla="*/ 0 w 693"/>
                    <a:gd name="T45" fmla="*/ 0 h 696"/>
                    <a:gd name="T46" fmla="*/ 0 w 693"/>
                    <a:gd name="T47" fmla="*/ 0 h 696"/>
                    <a:gd name="T48" fmla="*/ 0 w 693"/>
                    <a:gd name="T49" fmla="*/ 0 h 696"/>
                    <a:gd name="T50" fmla="*/ 0 w 693"/>
                    <a:gd name="T51" fmla="*/ 0 h 696"/>
                    <a:gd name="T52" fmla="*/ 0 w 693"/>
                    <a:gd name="T53" fmla="*/ 0 h 696"/>
                    <a:gd name="T54" fmla="*/ 0 w 693"/>
                    <a:gd name="T55" fmla="*/ 0 h 696"/>
                    <a:gd name="T56" fmla="*/ 0 w 693"/>
                    <a:gd name="T57" fmla="*/ 0 h 696"/>
                    <a:gd name="T58" fmla="*/ 0 w 693"/>
                    <a:gd name="T59" fmla="*/ 0 h 696"/>
                    <a:gd name="T60" fmla="*/ 0 w 693"/>
                    <a:gd name="T61" fmla="*/ 0 h 696"/>
                    <a:gd name="T62" fmla="*/ 0 w 693"/>
                    <a:gd name="T63" fmla="*/ 0 h 696"/>
                    <a:gd name="T64" fmla="*/ 0 w 693"/>
                    <a:gd name="T65" fmla="*/ 0 h 696"/>
                    <a:gd name="T66" fmla="*/ 0 w 693"/>
                    <a:gd name="T67" fmla="*/ 0 h 696"/>
                    <a:gd name="T68" fmla="*/ 0 w 693"/>
                    <a:gd name="T69" fmla="*/ 0 h 696"/>
                    <a:gd name="T70" fmla="*/ 0 w 693"/>
                    <a:gd name="T71" fmla="*/ 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44" name="Freeform 105">
                  <a:extLst>
                    <a:ext uri="{FF2B5EF4-FFF2-40B4-BE49-F238E27FC236}">
                      <a16:creationId xmlns:a16="http://schemas.microsoft.com/office/drawing/2014/main" id="{62481921-BA59-45D3-88D2-3E307BEBC349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3861" y="247"/>
                  <a:ext cx="591" cy="95"/>
                </a:xfrm>
                <a:custGeom>
                  <a:avLst/>
                  <a:gdLst>
                    <a:gd name="T0" fmla="*/ 1 w 931"/>
                    <a:gd name="T1" fmla="*/ 0 h 149"/>
                    <a:gd name="T2" fmla="*/ 1 w 931"/>
                    <a:gd name="T3" fmla="*/ 1 h 149"/>
                    <a:gd name="T4" fmla="*/ 1 w 931"/>
                    <a:gd name="T5" fmla="*/ 1 h 149"/>
                    <a:gd name="T6" fmla="*/ 1 w 931"/>
                    <a:gd name="T7" fmla="*/ 1 h 149"/>
                    <a:gd name="T8" fmla="*/ 1 w 931"/>
                    <a:gd name="T9" fmla="*/ 1 h 149"/>
                    <a:gd name="T10" fmla="*/ 0 w 931"/>
                    <a:gd name="T11" fmla="*/ 1 h 149"/>
                    <a:gd name="T12" fmla="*/ 1 w 931"/>
                    <a:gd name="T13" fmla="*/ 1 h 149"/>
                    <a:gd name="T14" fmla="*/ 1 w 931"/>
                    <a:gd name="T15" fmla="*/ 1 h 149"/>
                    <a:gd name="T16" fmla="*/ 1 w 931"/>
                    <a:gd name="T17" fmla="*/ 1 h 149"/>
                    <a:gd name="T18" fmla="*/ 1 w 931"/>
                    <a:gd name="T19" fmla="*/ 1 h 149"/>
                    <a:gd name="T20" fmla="*/ 1 w 931"/>
                    <a:gd name="T21" fmla="*/ 1 h 149"/>
                    <a:gd name="T22" fmla="*/ 1 w 931"/>
                    <a:gd name="T23" fmla="*/ 1 h 149"/>
                    <a:gd name="T24" fmla="*/ 1 w 931"/>
                    <a:gd name="T25" fmla="*/ 1 h 149"/>
                    <a:gd name="T26" fmla="*/ 1 w 931"/>
                    <a:gd name="T27" fmla="*/ 1 h 149"/>
                    <a:gd name="T28" fmla="*/ 1 w 931"/>
                    <a:gd name="T29" fmla="*/ 1 h 149"/>
                    <a:gd name="T30" fmla="*/ 1 w 931"/>
                    <a:gd name="T31" fmla="*/ 1 h 149"/>
                    <a:gd name="T32" fmla="*/ 1 w 931"/>
                    <a:gd name="T33" fmla="*/ 1 h 149"/>
                    <a:gd name="T34" fmla="*/ 1 w 931"/>
                    <a:gd name="T35" fmla="*/ 1 h 149"/>
                    <a:gd name="T36" fmla="*/ 1 w 931"/>
                    <a:gd name="T37" fmla="*/ 1 h 149"/>
                    <a:gd name="T38" fmla="*/ 1 w 931"/>
                    <a:gd name="T39" fmla="*/ 1 h 149"/>
                    <a:gd name="T40" fmla="*/ 1 w 931"/>
                    <a:gd name="T41" fmla="*/ 1 h 149"/>
                    <a:gd name="T42" fmla="*/ 1 w 931"/>
                    <a:gd name="T43" fmla="*/ 1 h 149"/>
                    <a:gd name="T44" fmla="*/ 1 w 931"/>
                    <a:gd name="T45" fmla="*/ 1 h 149"/>
                    <a:gd name="T46" fmla="*/ 1 w 931"/>
                    <a:gd name="T47" fmla="*/ 1 h 149"/>
                    <a:gd name="T48" fmla="*/ 1 w 931"/>
                    <a:gd name="T49" fmla="*/ 1 h 149"/>
                    <a:gd name="T50" fmla="*/ 1 w 931"/>
                    <a:gd name="T51" fmla="*/ 1 h 149"/>
                    <a:gd name="T52" fmla="*/ 1 w 931"/>
                    <a:gd name="T53" fmla="*/ 1 h 149"/>
                    <a:gd name="T54" fmla="*/ 1 w 931"/>
                    <a:gd name="T55" fmla="*/ 1 h 149"/>
                    <a:gd name="T56" fmla="*/ 1 w 931"/>
                    <a:gd name="T57" fmla="*/ 1 h 149"/>
                    <a:gd name="T58" fmla="*/ 1 w 931"/>
                    <a:gd name="T59" fmla="*/ 1 h 149"/>
                    <a:gd name="T60" fmla="*/ 1 w 931"/>
                    <a:gd name="T61" fmla="*/ 1 h 149"/>
                    <a:gd name="T62" fmla="*/ 1 w 931"/>
                    <a:gd name="T63" fmla="*/ 1 h 149"/>
                    <a:gd name="T64" fmla="*/ 1 w 931"/>
                    <a:gd name="T65" fmla="*/ 1 h 149"/>
                    <a:gd name="T66" fmla="*/ 1 w 931"/>
                    <a:gd name="T67" fmla="*/ 1 h 149"/>
                    <a:gd name="T68" fmla="*/ 1 w 931"/>
                    <a:gd name="T69" fmla="*/ 1 h 149"/>
                    <a:gd name="T70" fmla="*/ 1 w 931"/>
                    <a:gd name="T71" fmla="*/ 1 h 149"/>
                    <a:gd name="T72" fmla="*/ 1 w 931"/>
                    <a:gd name="T73" fmla="*/ 1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45" name="Freeform 106">
                  <a:extLst>
                    <a:ext uri="{FF2B5EF4-FFF2-40B4-BE49-F238E27FC236}">
                      <a16:creationId xmlns:a16="http://schemas.microsoft.com/office/drawing/2014/main" id="{262C396C-5168-404D-BB47-E9B73EB03D27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3981" y="282"/>
                  <a:ext cx="13" cy="10"/>
                </a:xfrm>
                <a:custGeom>
                  <a:avLst/>
                  <a:gdLst>
                    <a:gd name="T0" fmla="*/ 0 w 31"/>
                    <a:gd name="T1" fmla="*/ 0 h 30"/>
                    <a:gd name="T2" fmla="*/ 0 w 31"/>
                    <a:gd name="T3" fmla="*/ 0 h 30"/>
                    <a:gd name="T4" fmla="*/ 0 w 31"/>
                    <a:gd name="T5" fmla="*/ 0 h 30"/>
                    <a:gd name="T6" fmla="*/ 0 w 31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46" name="Freeform 107">
                  <a:extLst>
                    <a:ext uri="{FF2B5EF4-FFF2-40B4-BE49-F238E27FC236}">
                      <a16:creationId xmlns:a16="http://schemas.microsoft.com/office/drawing/2014/main" id="{7BDA43A1-9C76-4054-917F-2527137C6BD2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3966" y="296"/>
                  <a:ext cx="19" cy="11"/>
                </a:xfrm>
                <a:custGeom>
                  <a:avLst/>
                  <a:gdLst>
                    <a:gd name="T0" fmla="*/ 0 w 44"/>
                    <a:gd name="T1" fmla="*/ 0 h 32"/>
                    <a:gd name="T2" fmla="*/ 0 w 44"/>
                    <a:gd name="T3" fmla="*/ 0 h 32"/>
                    <a:gd name="T4" fmla="*/ 0 w 44"/>
                    <a:gd name="T5" fmla="*/ 0 h 32"/>
                    <a:gd name="T6" fmla="*/ 0 w 44"/>
                    <a:gd name="T7" fmla="*/ 0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47" name="Freeform 108">
                  <a:extLst>
                    <a:ext uri="{FF2B5EF4-FFF2-40B4-BE49-F238E27FC236}">
                      <a16:creationId xmlns:a16="http://schemas.microsoft.com/office/drawing/2014/main" id="{0FFF09EF-E15E-47E5-B159-156762866ED9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028" y="337"/>
                  <a:ext cx="32" cy="6"/>
                </a:xfrm>
                <a:custGeom>
                  <a:avLst/>
                  <a:gdLst>
                    <a:gd name="T0" fmla="*/ 0 w 76"/>
                    <a:gd name="T1" fmla="*/ 0 h 18"/>
                    <a:gd name="T2" fmla="*/ 0 w 76"/>
                    <a:gd name="T3" fmla="*/ 0 h 18"/>
                    <a:gd name="T4" fmla="*/ 0 w 76"/>
                    <a:gd name="T5" fmla="*/ 0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48" name="Freeform 109">
                  <a:extLst>
                    <a:ext uri="{FF2B5EF4-FFF2-40B4-BE49-F238E27FC236}">
                      <a16:creationId xmlns:a16="http://schemas.microsoft.com/office/drawing/2014/main" id="{220887F9-03B1-4649-A4F8-401362039672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4083" y="336"/>
                  <a:ext cx="18" cy="15"/>
                </a:xfrm>
                <a:custGeom>
                  <a:avLst/>
                  <a:gdLst>
                    <a:gd name="T0" fmla="*/ 0 w 42"/>
                    <a:gd name="T1" fmla="*/ 0 h 44"/>
                    <a:gd name="T2" fmla="*/ 0 w 42"/>
                    <a:gd name="T3" fmla="*/ 0 h 44"/>
                    <a:gd name="T4" fmla="*/ 0 w 42"/>
                    <a:gd name="T5" fmla="*/ 0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149" name="Freeform 110">
                  <a:extLst>
                    <a:ext uri="{FF2B5EF4-FFF2-40B4-BE49-F238E27FC236}">
                      <a16:creationId xmlns:a16="http://schemas.microsoft.com/office/drawing/2014/main" id="{3E517FE6-DBC6-43A9-BF77-E5074B3776BF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>
                  <a:off x="3936" y="295"/>
                  <a:ext cx="14" cy="10"/>
                </a:xfrm>
                <a:custGeom>
                  <a:avLst/>
                  <a:gdLst>
                    <a:gd name="T0" fmla="*/ 0 w 31"/>
                    <a:gd name="T1" fmla="*/ 0 h 30"/>
                    <a:gd name="T2" fmla="*/ 0 w 31"/>
                    <a:gd name="T3" fmla="*/ 0 h 30"/>
                    <a:gd name="T4" fmla="*/ 0 w 31"/>
                    <a:gd name="T5" fmla="*/ 0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1058" name="Group 111">
              <a:extLst>
                <a:ext uri="{FF2B5EF4-FFF2-40B4-BE49-F238E27FC236}">
                  <a16:creationId xmlns:a16="http://schemas.microsoft.com/office/drawing/2014/main" id="{B4E288D0-E387-4E41-BE44-2D2CA94101F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798" y="111"/>
              <a:ext cx="4702" cy="418"/>
              <a:chOff x="798" y="255"/>
              <a:chExt cx="4702" cy="418"/>
            </a:xfrm>
          </p:grpSpPr>
          <p:sp>
            <p:nvSpPr>
              <p:cNvPr id="1085" name="Line 112">
                <a:extLst>
                  <a:ext uri="{FF2B5EF4-FFF2-40B4-BE49-F238E27FC236}">
                    <a16:creationId xmlns:a16="http://schemas.microsoft.com/office/drawing/2014/main" id="{BAB13223-E3E0-431C-A225-292AC690D65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798" y="476"/>
                <a:ext cx="4702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86" name="Line 113">
                <a:extLst>
                  <a:ext uri="{FF2B5EF4-FFF2-40B4-BE49-F238E27FC236}">
                    <a16:creationId xmlns:a16="http://schemas.microsoft.com/office/drawing/2014/main" id="{E4B16767-E810-4068-8BBD-5ADE6FEAE33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102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87" name="Line 114">
                <a:extLst>
                  <a:ext uri="{FF2B5EF4-FFF2-40B4-BE49-F238E27FC236}">
                    <a16:creationId xmlns:a16="http://schemas.microsoft.com/office/drawing/2014/main" id="{88E240EC-BF88-4F6F-9012-407EB8FBA12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125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88" name="Line 115">
                <a:extLst>
                  <a:ext uri="{FF2B5EF4-FFF2-40B4-BE49-F238E27FC236}">
                    <a16:creationId xmlns:a16="http://schemas.microsoft.com/office/drawing/2014/main" id="{9DE00B20-71EB-4EC9-A073-CEF3AB89FD4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148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89" name="Line 116">
                <a:extLst>
                  <a:ext uri="{FF2B5EF4-FFF2-40B4-BE49-F238E27FC236}">
                    <a16:creationId xmlns:a16="http://schemas.microsoft.com/office/drawing/2014/main" id="{3B76B655-08C2-4EF1-A880-33AF6061985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171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90" name="Line 117">
                <a:extLst>
                  <a:ext uri="{FF2B5EF4-FFF2-40B4-BE49-F238E27FC236}">
                    <a16:creationId xmlns:a16="http://schemas.microsoft.com/office/drawing/2014/main" id="{567BA445-CF3D-497D-8281-C308572AC4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193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91" name="Line 118">
                <a:extLst>
                  <a:ext uri="{FF2B5EF4-FFF2-40B4-BE49-F238E27FC236}">
                    <a16:creationId xmlns:a16="http://schemas.microsoft.com/office/drawing/2014/main" id="{F2FE8A22-37CE-49CD-941F-AC192F4E5CC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216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92" name="Line 119">
                <a:extLst>
                  <a:ext uri="{FF2B5EF4-FFF2-40B4-BE49-F238E27FC236}">
                    <a16:creationId xmlns:a16="http://schemas.microsoft.com/office/drawing/2014/main" id="{10242240-8B26-4310-B488-064416B00D6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239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93" name="Line 120">
                <a:extLst>
                  <a:ext uri="{FF2B5EF4-FFF2-40B4-BE49-F238E27FC236}">
                    <a16:creationId xmlns:a16="http://schemas.microsoft.com/office/drawing/2014/main" id="{118C4FD3-3CE2-4881-A980-00EE01876AA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262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94" name="Line 121">
                <a:extLst>
                  <a:ext uri="{FF2B5EF4-FFF2-40B4-BE49-F238E27FC236}">
                    <a16:creationId xmlns:a16="http://schemas.microsoft.com/office/drawing/2014/main" id="{B084FE4C-526C-4C7D-A4D2-8ABDAC74BE5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285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95" name="Line 122">
                <a:extLst>
                  <a:ext uri="{FF2B5EF4-FFF2-40B4-BE49-F238E27FC236}">
                    <a16:creationId xmlns:a16="http://schemas.microsoft.com/office/drawing/2014/main" id="{80EAEA72-F8AD-4CA0-B7E6-09BBE764D59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307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96" name="Line 123">
                <a:extLst>
                  <a:ext uri="{FF2B5EF4-FFF2-40B4-BE49-F238E27FC236}">
                    <a16:creationId xmlns:a16="http://schemas.microsoft.com/office/drawing/2014/main" id="{2D760154-0CA6-412B-922C-EACA6004CDC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330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97" name="Line 124">
                <a:extLst>
                  <a:ext uri="{FF2B5EF4-FFF2-40B4-BE49-F238E27FC236}">
                    <a16:creationId xmlns:a16="http://schemas.microsoft.com/office/drawing/2014/main" id="{D225FCBF-E88E-486A-8E6B-423F7304E66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3534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98" name="Line 125">
                <a:extLst>
                  <a:ext uri="{FF2B5EF4-FFF2-40B4-BE49-F238E27FC236}">
                    <a16:creationId xmlns:a16="http://schemas.microsoft.com/office/drawing/2014/main" id="{186C5EA2-58FE-473F-AFA0-216F8610DF5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376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99" name="Line 126">
                <a:extLst>
                  <a:ext uri="{FF2B5EF4-FFF2-40B4-BE49-F238E27FC236}">
                    <a16:creationId xmlns:a16="http://schemas.microsoft.com/office/drawing/2014/main" id="{B4F269F2-2455-4D2C-A9BE-053053EB29A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399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100" name="Line 127">
                <a:extLst>
                  <a:ext uri="{FF2B5EF4-FFF2-40B4-BE49-F238E27FC236}">
                    <a16:creationId xmlns:a16="http://schemas.microsoft.com/office/drawing/2014/main" id="{A84A5916-1CC8-4F08-9CFE-5DA461608BA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4215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101" name="Line 128">
                <a:extLst>
                  <a:ext uri="{FF2B5EF4-FFF2-40B4-BE49-F238E27FC236}">
                    <a16:creationId xmlns:a16="http://schemas.microsoft.com/office/drawing/2014/main" id="{42D87F06-A7D8-4CE4-A24D-338D5DB023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4446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102" name="Line 129">
                <a:extLst>
                  <a:ext uri="{FF2B5EF4-FFF2-40B4-BE49-F238E27FC236}">
                    <a16:creationId xmlns:a16="http://schemas.microsoft.com/office/drawing/2014/main" id="{A1C532B1-F12B-444F-9C64-0A36D80014F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4673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103" name="Line 130">
                <a:extLst>
                  <a:ext uri="{FF2B5EF4-FFF2-40B4-BE49-F238E27FC236}">
                    <a16:creationId xmlns:a16="http://schemas.microsoft.com/office/drawing/2014/main" id="{F9CDD8EE-9672-4E1E-91C1-45370F4929B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4902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104" name="Line 131">
                <a:extLst>
                  <a:ext uri="{FF2B5EF4-FFF2-40B4-BE49-F238E27FC236}">
                    <a16:creationId xmlns:a16="http://schemas.microsoft.com/office/drawing/2014/main" id="{E6B38C9C-DFB2-4234-8769-E8B87128754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5130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105" name="Line 132">
                <a:extLst>
                  <a:ext uri="{FF2B5EF4-FFF2-40B4-BE49-F238E27FC236}">
                    <a16:creationId xmlns:a16="http://schemas.microsoft.com/office/drawing/2014/main" id="{A5711B58-9CB1-4951-8DCA-03533AEB19A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white">
              <a:xfrm>
                <a:off x="5358" y="255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1059" name="Group 133">
              <a:extLst>
                <a:ext uri="{FF2B5EF4-FFF2-40B4-BE49-F238E27FC236}">
                  <a16:creationId xmlns:a16="http://schemas.microsoft.com/office/drawing/2014/main" id="{AA734D65-AD3E-4A57-BEE1-183426657D6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208" y="109"/>
              <a:ext cx="3694" cy="423"/>
              <a:chOff x="1034" y="245"/>
              <a:chExt cx="3694" cy="423"/>
            </a:xfrm>
          </p:grpSpPr>
          <p:sp>
            <p:nvSpPr>
              <p:cNvPr id="1060" name="Line 134">
                <a:extLst>
                  <a:ext uri="{FF2B5EF4-FFF2-40B4-BE49-F238E27FC236}">
                    <a16:creationId xmlns:a16="http://schemas.microsoft.com/office/drawing/2014/main" id="{ED448C6F-A2BB-4AD3-84FC-BD8C162829D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2676" y="246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61" name="Line 135">
                <a:extLst>
                  <a:ext uri="{FF2B5EF4-FFF2-40B4-BE49-F238E27FC236}">
                    <a16:creationId xmlns:a16="http://schemas.microsoft.com/office/drawing/2014/main" id="{63EFDB49-0EBC-4A8E-8237-1148120CF28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2798" y="469"/>
                <a:ext cx="7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62" name="Line 136">
                <a:extLst>
                  <a:ext uri="{FF2B5EF4-FFF2-40B4-BE49-F238E27FC236}">
                    <a16:creationId xmlns:a16="http://schemas.microsoft.com/office/drawing/2014/main" id="{EE99B109-7711-46AD-8FDA-5D5A336155C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2904" y="486"/>
                <a:ext cx="0" cy="2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63" name="Line 137">
                <a:extLst>
                  <a:ext uri="{FF2B5EF4-FFF2-40B4-BE49-F238E27FC236}">
                    <a16:creationId xmlns:a16="http://schemas.microsoft.com/office/drawing/2014/main" id="{967DDD8B-83EB-4516-83B8-060BDD078F1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3132" y="586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64" name="Line 138">
                <a:extLst>
                  <a:ext uri="{FF2B5EF4-FFF2-40B4-BE49-F238E27FC236}">
                    <a16:creationId xmlns:a16="http://schemas.microsoft.com/office/drawing/2014/main" id="{B51D744C-88D3-44CF-ADC2-7363237B3FB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3816" y="359"/>
                <a:ext cx="0" cy="18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65" name="Line 139">
                <a:extLst>
                  <a:ext uri="{FF2B5EF4-FFF2-40B4-BE49-F238E27FC236}">
                    <a16:creationId xmlns:a16="http://schemas.microsoft.com/office/drawing/2014/main" id="{975EF130-0C45-4A3F-AD77-882BAFB4EC9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3722" y="469"/>
                <a:ext cx="347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66" name="Line 140">
                <a:extLst>
                  <a:ext uri="{FF2B5EF4-FFF2-40B4-BE49-F238E27FC236}">
                    <a16:creationId xmlns:a16="http://schemas.microsoft.com/office/drawing/2014/main" id="{46B8C5F9-CD14-4E03-A311-09791881271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4044" y="372"/>
                <a:ext cx="0" cy="29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67" name="Line 141">
                <a:extLst>
                  <a:ext uri="{FF2B5EF4-FFF2-40B4-BE49-F238E27FC236}">
                    <a16:creationId xmlns:a16="http://schemas.microsoft.com/office/drawing/2014/main" id="{6F4C2FA4-C3FC-404E-A083-79161D16C6F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 flipV="1">
                <a:off x="4046" y="248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68" name="Line 142">
                <a:extLst>
                  <a:ext uri="{FF2B5EF4-FFF2-40B4-BE49-F238E27FC236}">
                    <a16:creationId xmlns:a16="http://schemas.microsoft.com/office/drawing/2014/main" id="{4B608060-81FB-4ED6-95AE-1087CC626D8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 flipV="1">
                <a:off x="4272" y="24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69" name="Line 143">
                <a:extLst>
                  <a:ext uri="{FF2B5EF4-FFF2-40B4-BE49-F238E27FC236}">
                    <a16:creationId xmlns:a16="http://schemas.microsoft.com/office/drawing/2014/main" id="{F0EBC945-B3F0-45D6-ABE7-2B666E34D7A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 flipH="1">
                <a:off x="4422" y="469"/>
                <a:ext cx="7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70" name="Line 144">
                <a:extLst>
                  <a:ext uri="{FF2B5EF4-FFF2-40B4-BE49-F238E27FC236}">
                    <a16:creationId xmlns:a16="http://schemas.microsoft.com/office/drawing/2014/main" id="{4A922EB2-3D9A-4D09-A882-6259DE7D301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 flipH="1">
                <a:off x="4290" y="469"/>
                <a:ext cx="6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71" name="Line 145">
                <a:extLst>
                  <a:ext uri="{FF2B5EF4-FFF2-40B4-BE49-F238E27FC236}">
                    <a16:creationId xmlns:a16="http://schemas.microsoft.com/office/drawing/2014/main" id="{A69BB3C4-7D03-4CB4-B8FB-125BA00676E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 flipV="1">
                <a:off x="4500" y="246"/>
                <a:ext cx="0" cy="27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72" name="Line 146">
                <a:extLst>
                  <a:ext uri="{FF2B5EF4-FFF2-40B4-BE49-F238E27FC236}">
                    <a16:creationId xmlns:a16="http://schemas.microsoft.com/office/drawing/2014/main" id="{A0193E1D-35AC-4105-8422-B2C222CDFFD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4728" y="606"/>
                <a:ext cx="0" cy="3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73" name="Line 147">
                <a:extLst>
                  <a:ext uri="{FF2B5EF4-FFF2-40B4-BE49-F238E27FC236}">
                    <a16:creationId xmlns:a16="http://schemas.microsoft.com/office/drawing/2014/main" id="{E4A6EA5F-6543-4177-88C6-B5B4594E205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1992" y="251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74" name="Line 148">
                <a:extLst>
                  <a:ext uri="{FF2B5EF4-FFF2-40B4-BE49-F238E27FC236}">
                    <a16:creationId xmlns:a16="http://schemas.microsoft.com/office/drawing/2014/main" id="{AB936A06-AAD9-41AC-9034-1C35CAACBEC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1764" y="24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75" name="Line 149">
                <a:extLst>
                  <a:ext uri="{FF2B5EF4-FFF2-40B4-BE49-F238E27FC236}">
                    <a16:creationId xmlns:a16="http://schemas.microsoft.com/office/drawing/2014/main" id="{4FE70BB3-56CE-425C-A825-E0A44A543D1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 flipH="1">
                <a:off x="1738" y="469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76" name="Line 150">
                <a:extLst>
                  <a:ext uri="{FF2B5EF4-FFF2-40B4-BE49-F238E27FC236}">
                    <a16:creationId xmlns:a16="http://schemas.microsoft.com/office/drawing/2014/main" id="{67373A66-8D06-44BB-A76B-F2A8251244F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1604" y="469"/>
                <a:ext cx="59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77" name="Line 151">
                <a:extLst>
                  <a:ext uri="{FF2B5EF4-FFF2-40B4-BE49-F238E27FC236}">
                    <a16:creationId xmlns:a16="http://schemas.microsoft.com/office/drawing/2014/main" id="{8836A7C6-C9C7-4678-BEFF-5AD57EA16CE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 flipH="1">
                <a:off x="1404" y="469"/>
                <a:ext cx="8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78" name="Line 152">
                <a:extLst>
                  <a:ext uri="{FF2B5EF4-FFF2-40B4-BE49-F238E27FC236}">
                    <a16:creationId xmlns:a16="http://schemas.microsoft.com/office/drawing/2014/main" id="{A04E00BC-A8F4-46AD-8589-F78FE6E6154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1034" y="469"/>
                <a:ext cx="34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79" name="Line 153">
                <a:extLst>
                  <a:ext uri="{FF2B5EF4-FFF2-40B4-BE49-F238E27FC236}">
                    <a16:creationId xmlns:a16="http://schemas.microsoft.com/office/drawing/2014/main" id="{2A99152E-BB74-435A-89BF-F89788EED8D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1306" y="370"/>
                <a:ext cx="0" cy="29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80" name="Line 154">
                <a:extLst>
                  <a:ext uri="{FF2B5EF4-FFF2-40B4-BE49-F238E27FC236}">
                    <a16:creationId xmlns:a16="http://schemas.microsoft.com/office/drawing/2014/main" id="{54F119D2-98FC-46DE-9880-D2A981BBADD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1080" y="388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81" name="Line 155">
                <a:extLst>
                  <a:ext uri="{FF2B5EF4-FFF2-40B4-BE49-F238E27FC236}">
                    <a16:creationId xmlns:a16="http://schemas.microsoft.com/office/drawing/2014/main" id="{828BCA79-FF30-4BF8-90EF-0B776740A13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 flipH="1" flipV="1">
                <a:off x="1308" y="245"/>
                <a:ext cx="0" cy="2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82" name="Line 156">
                <a:extLst>
                  <a:ext uri="{FF2B5EF4-FFF2-40B4-BE49-F238E27FC236}">
                    <a16:creationId xmlns:a16="http://schemas.microsoft.com/office/drawing/2014/main" id="{31FF081F-3D70-4BA7-9C90-52AAEF5FF60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1536" y="3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83" name="Line 157">
                <a:extLst>
                  <a:ext uri="{FF2B5EF4-FFF2-40B4-BE49-F238E27FC236}">
                    <a16:creationId xmlns:a16="http://schemas.microsoft.com/office/drawing/2014/main" id="{A3E770C5-271F-414B-8AE0-683E96A97B8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 flipV="1">
                <a:off x="1536" y="248"/>
                <a:ext cx="0" cy="2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84" name="Line 158">
                <a:extLst>
                  <a:ext uri="{FF2B5EF4-FFF2-40B4-BE49-F238E27FC236}">
                    <a16:creationId xmlns:a16="http://schemas.microsoft.com/office/drawing/2014/main" id="{F6CF8AA1-B3F5-4452-A5F8-F9A9A0F1899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4095" y="467"/>
                <a:ext cx="76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028" name="Picture 198">
            <a:extLst>
              <a:ext uri="{FF2B5EF4-FFF2-40B4-BE49-F238E27FC236}">
                <a16:creationId xmlns:a16="http://schemas.microsoft.com/office/drawing/2014/main" id="{B8A48BB9-82DD-47BC-A2A7-37E51F97696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38100"/>
            <a:ext cx="862013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9" name="Group 201">
            <a:extLst>
              <a:ext uri="{FF2B5EF4-FFF2-40B4-BE49-F238E27FC236}">
                <a16:creationId xmlns:a16="http://schemas.microsoft.com/office/drawing/2014/main" id="{E2D482EF-FC47-4B81-BB52-DEC0A537097B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6327775"/>
            <a:ext cx="8907463" cy="530225"/>
            <a:chOff x="396" y="3986"/>
            <a:chExt cx="5364" cy="334"/>
          </a:xfrm>
        </p:grpSpPr>
        <p:sp>
          <p:nvSpPr>
            <p:cNvPr id="1226" name="Text Box 202">
              <a:extLst>
                <a:ext uri="{FF2B5EF4-FFF2-40B4-BE49-F238E27FC236}">
                  <a16:creationId xmlns:a16="http://schemas.microsoft.com/office/drawing/2014/main" id="{705980F7-106D-40D4-BAD1-7276BABAE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986"/>
              <a:ext cx="4752" cy="33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25000"/>
                </a:spcBef>
                <a:defRPr/>
              </a:pPr>
              <a:r>
                <a:rPr lang="en-US" altLang="zh-TW" sz="2400" i="1" dirty="0">
                  <a:solidFill>
                    <a:srgbClr val="F1750F"/>
                  </a:solidFill>
                  <a:latin typeface="Times New Roman" pitchFamily="18" charset="0"/>
                  <a:ea typeface="新細明體" pitchFamily="18" charset="-120"/>
                </a:rPr>
                <a:t>Elite Material Co.. Ltd.       </a:t>
              </a:r>
              <a:r>
                <a:rPr lang="en-US" altLang="zh-TW" sz="1800" b="0" i="1" dirty="0">
                  <a:solidFill>
                    <a:srgbClr val="F1750F"/>
                  </a:solidFill>
                  <a:latin typeface="Times New Roman" pitchFamily="18" charset="0"/>
                  <a:ea typeface="新細明體" pitchFamily="18" charset="-120"/>
                </a:rPr>
                <a:t>www.emctw.com</a:t>
              </a:r>
              <a:endParaRPr lang="en-US" altLang="zh-TW" sz="1800" b="0" dirty="0">
                <a:solidFill>
                  <a:srgbClr val="F1750F"/>
                </a:solidFill>
                <a:latin typeface="Times New Roman" pitchFamily="18" charset="0"/>
                <a:ea typeface="新細明體" pitchFamily="18" charset="-120"/>
              </a:endParaRPr>
            </a:p>
          </p:txBody>
        </p:sp>
        <p:grpSp>
          <p:nvGrpSpPr>
            <p:cNvPr id="1031" name="Group 203">
              <a:extLst>
                <a:ext uri="{FF2B5EF4-FFF2-40B4-BE49-F238E27FC236}">
                  <a16:creationId xmlns:a16="http://schemas.microsoft.com/office/drawing/2014/main" id="{318B94C6-F08C-49CE-AB81-B2A6DD6C17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" y="4044"/>
              <a:ext cx="528" cy="204"/>
              <a:chOff x="192" y="4032"/>
              <a:chExt cx="816" cy="288"/>
            </a:xfrm>
          </p:grpSpPr>
          <p:grpSp>
            <p:nvGrpSpPr>
              <p:cNvPr id="1032" name="Group 204">
                <a:extLst>
                  <a:ext uri="{FF2B5EF4-FFF2-40B4-BE49-F238E27FC236}">
                    <a16:creationId xmlns:a16="http://schemas.microsoft.com/office/drawing/2014/main" id="{8B6D4596-9E37-4CB6-9A86-008966228C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4032"/>
                <a:ext cx="223" cy="284"/>
                <a:chOff x="9065" y="9759"/>
                <a:chExt cx="557" cy="631"/>
              </a:xfrm>
            </p:grpSpPr>
            <p:sp>
              <p:nvSpPr>
                <p:cNvPr id="1048" name="Freeform 205">
                  <a:extLst>
                    <a:ext uri="{FF2B5EF4-FFF2-40B4-BE49-F238E27FC236}">
                      <a16:creationId xmlns:a16="http://schemas.microsoft.com/office/drawing/2014/main" id="{9C089080-1BA0-4BF4-AC41-6AD42A0A83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95" y="9784"/>
                  <a:ext cx="520" cy="135"/>
                </a:xfrm>
                <a:custGeom>
                  <a:avLst/>
                  <a:gdLst>
                    <a:gd name="T0" fmla="*/ 0 w 1041"/>
                    <a:gd name="T1" fmla="*/ 0 h 271"/>
                    <a:gd name="T2" fmla="*/ 0 w 1041"/>
                    <a:gd name="T3" fmla="*/ 0 h 271"/>
                    <a:gd name="T4" fmla="*/ 0 w 1041"/>
                    <a:gd name="T5" fmla="*/ 0 h 271"/>
                    <a:gd name="T6" fmla="*/ 0 w 1041"/>
                    <a:gd name="T7" fmla="*/ 0 h 271"/>
                    <a:gd name="T8" fmla="*/ 0 w 1041"/>
                    <a:gd name="T9" fmla="*/ 0 h 271"/>
                    <a:gd name="T10" fmla="*/ 0 w 1041"/>
                    <a:gd name="T11" fmla="*/ 0 h 27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041" h="271">
                      <a:moveTo>
                        <a:pt x="1041" y="271"/>
                      </a:moveTo>
                      <a:lnTo>
                        <a:pt x="739" y="0"/>
                      </a:lnTo>
                      <a:lnTo>
                        <a:pt x="33" y="0"/>
                      </a:lnTo>
                      <a:lnTo>
                        <a:pt x="0" y="7"/>
                      </a:lnTo>
                      <a:lnTo>
                        <a:pt x="284" y="271"/>
                      </a:lnTo>
                      <a:lnTo>
                        <a:pt x="1041" y="271"/>
                      </a:lnTo>
                      <a:close/>
                    </a:path>
                  </a:pathLst>
                </a:custGeom>
                <a:solidFill>
                  <a:srgbClr val="D762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49" name="Freeform 206">
                  <a:extLst>
                    <a:ext uri="{FF2B5EF4-FFF2-40B4-BE49-F238E27FC236}">
                      <a16:creationId xmlns:a16="http://schemas.microsoft.com/office/drawing/2014/main" id="{ABF467C3-1605-4F3E-B5E9-0EEA3ADF8D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02" y="9828"/>
                  <a:ext cx="133" cy="176"/>
                </a:xfrm>
                <a:custGeom>
                  <a:avLst/>
                  <a:gdLst>
                    <a:gd name="T0" fmla="*/ 1 w 265"/>
                    <a:gd name="T1" fmla="*/ 0 h 354"/>
                    <a:gd name="T2" fmla="*/ 1 w 265"/>
                    <a:gd name="T3" fmla="*/ 0 h 354"/>
                    <a:gd name="T4" fmla="*/ 0 w 265"/>
                    <a:gd name="T5" fmla="*/ 0 h 354"/>
                    <a:gd name="T6" fmla="*/ 0 w 265"/>
                    <a:gd name="T7" fmla="*/ 0 h 354"/>
                    <a:gd name="T8" fmla="*/ 1 w 265"/>
                    <a:gd name="T9" fmla="*/ 0 h 35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65" h="354">
                      <a:moveTo>
                        <a:pt x="265" y="354"/>
                      </a:moveTo>
                      <a:lnTo>
                        <a:pt x="265" y="239"/>
                      </a:lnTo>
                      <a:lnTo>
                        <a:pt x="0" y="0"/>
                      </a:lnTo>
                      <a:lnTo>
                        <a:pt x="0" y="354"/>
                      </a:lnTo>
                      <a:lnTo>
                        <a:pt x="265" y="354"/>
                      </a:lnTo>
                      <a:close/>
                    </a:path>
                  </a:pathLst>
                </a:custGeom>
                <a:solidFill>
                  <a:srgbClr val="D762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50" name="Freeform 207">
                  <a:extLst>
                    <a:ext uri="{FF2B5EF4-FFF2-40B4-BE49-F238E27FC236}">
                      <a16:creationId xmlns:a16="http://schemas.microsoft.com/office/drawing/2014/main" id="{9E7A0ED5-77BD-4857-A52C-9DB911B99D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91" y="10029"/>
                  <a:ext cx="531" cy="125"/>
                </a:xfrm>
                <a:custGeom>
                  <a:avLst/>
                  <a:gdLst>
                    <a:gd name="T0" fmla="*/ 0 w 1061"/>
                    <a:gd name="T1" fmla="*/ 0 h 254"/>
                    <a:gd name="T2" fmla="*/ 1 w 1061"/>
                    <a:gd name="T3" fmla="*/ 0 h 254"/>
                    <a:gd name="T4" fmla="*/ 1 w 1061"/>
                    <a:gd name="T5" fmla="*/ 0 h 254"/>
                    <a:gd name="T6" fmla="*/ 1 w 1061"/>
                    <a:gd name="T7" fmla="*/ 0 h 254"/>
                    <a:gd name="T8" fmla="*/ 0 w 1061"/>
                    <a:gd name="T9" fmla="*/ 0 h 25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61" h="254">
                      <a:moveTo>
                        <a:pt x="0" y="0"/>
                      </a:moveTo>
                      <a:lnTo>
                        <a:pt x="769" y="0"/>
                      </a:lnTo>
                      <a:lnTo>
                        <a:pt x="1061" y="254"/>
                      </a:lnTo>
                      <a:lnTo>
                        <a:pt x="300" y="2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762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51" name="Freeform 208">
                  <a:extLst>
                    <a:ext uri="{FF2B5EF4-FFF2-40B4-BE49-F238E27FC236}">
                      <a16:creationId xmlns:a16="http://schemas.microsoft.com/office/drawing/2014/main" id="{0DDDF141-9668-4828-B8CA-686EBA0659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98" y="10073"/>
                  <a:ext cx="133" cy="169"/>
                </a:xfrm>
                <a:custGeom>
                  <a:avLst/>
                  <a:gdLst>
                    <a:gd name="T0" fmla="*/ 0 w 268"/>
                    <a:gd name="T1" fmla="*/ 1 h 336"/>
                    <a:gd name="T2" fmla="*/ 0 w 268"/>
                    <a:gd name="T3" fmla="*/ 1 h 336"/>
                    <a:gd name="T4" fmla="*/ 0 w 268"/>
                    <a:gd name="T5" fmla="*/ 0 h 336"/>
                    <a:gd name="T6" fmla="*/ 0 w 268"/>
                    <a:gd name="T7" fmla="*/ 1 h 336"/>
                    <a:gd name="T8" fmla="*/ 0 w 268"/>
                    <a:gd name="T9" fmla="*/ 1 h 3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68" h="336">
                      <a:moveTo>
                        <a:pt x="268" y="333"/>
                      </a:moveTo>
                      <a:lnTo>
                        <a:pt x="268" y="221"/>
                      </a:lnTo>
                      <a:lnTo>
                        <a:pt x="0" y="0"/>
                      </a:lnTo>
                      <a:lnTo>
                        <a:pt x="0" y="336"/>
                      </a:lnTo>
                      <a:lnTo>
                        <a:pt x="268" y="333"/>
                      </a:lnTo>
                      <a:close/>
                    </a:path>
                  </a:pathLst>
                </a:custGeom>
                <a:solidFill>
                  <a:srgbClr val="D762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52" name="Freeform 209">
                  <a:extLst>
                    <a:ext uri="{FF2B5EF4-FFF2-40B4-BE49-F238E27FC236}">
                      <a16:creationId xmlns:a16="http://schemas.microsoft.com/office/drawing/2014/main" id="{05AFCD38-5838-492E-AB4E-2BC69AC966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69" y="10264"/>
                  <a:ext cx="550" cy="125"/>
                </a:xfrm>
                <a:custGeom>
                  <a:avLst/>
                  <a:gdLst>
                    <a:gd name="T0" fmla="*/ 0 w 1103"/>
                    <a:gd name="T1" fmla="*/ 0 h 254"/>
                    <a:gd name="T2" fmla="*/ 0 w 1103"/>
                    <a:gd name="T3" fmla="*/ 0 h 254"/>
                    <a:gd name="T4" fmla="*/ 0 w 1103"/>
                    <a:gd name="T5" fmla="*/ 0 h 254"/>
                    <a:gd name="T6" fmla="*/ 0 w 1103"/>
                    <a:gd name="T7" fmla="*/ 0 h 254"/>
                    <a:gd name="T8" fmla="*/ 0 w 1103"/>
                    <a:gd name="T9" fmla="*/ 0 h 25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03" h="254">
                      <a:moveTo>
                        <a:pt x="0" y="0"/>
                      </a:moveTo>
                      <a:lnTo>
                        <a:pt x="802" y="0"/>
                      </a:lnTo>
                      <a:lnTo>
                        <a:pt x="1103" y="254"/>
                      </a:lnTo>
                      <a:lnTo>
                        <a:pt x="290" y="2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762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53" name="Freeform 210">
                  <a:extLst>
                    <a:ext uri="{FF2B5EF4-FFF2-40B4-BE49-F238E27FC236}">
                      <a16:creationId xmlns:a16="http://schemas.microsoft.com/office/drawing/2014/main" id="{B2C46994-D7C8-4161-B5A3-5AD5D45E15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94" y="9997"/>
                  <a:ext cx="424" cy="151"/>
                </a:xfrm>
                <a:custGeom>
                  <a:avLst/>
                  <a:gdLst>
                    <a:gd name="T0" fmla="*/ 0 w 845"/>
                    <a:gd name="T1" fmla="*/ 1 h 300"/>
                    <a:gd name="T2" fmla="*/ 1 w 845"/>
                    <a:gd name="T3" fmla="*/ 0 h 300"/>
                    <a:gd name="T4" fmla="*/ 1 w 845"/>
                    <a:gd name="T5" fmla="*/ 1 h 300"/>
                    <a:gd name="T6" fmla="*/ 1 w 845"/>
                    <a:gd name="T7" fmla="*/ 1 h 30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845" h="300">
                      <a:moveTo>
                        <a:pt x="0" y="1"/>
                      </a:moveTo>
                      <a:lnTo>
                        <a:pt x="591" y="0"/>
                      </a:lnTo>
                      <a:lnTo>
                        <a:pt x="845" y="222"/>
                      </a:lnTo>
                      <a:lnTo>
                        <a:pt x="845" y="300"/>
                      </a:lnTo>
                    </a:path>
                  </a:pathLst>
                </a:custGeom>
                <a:noFill/>
                <a:ln w="3175">
                  <a:solidFill>
                    <a:srgbClr val="D762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54" name="Freeform 211">
                  <a:extLst>
                    <a:ext uri="{FF2B5EF4-FFF2-40B4-BE49-F238E27FC236}">
                      <a16:creationId xmlns:a16="http://schemas.microsoft.com/office/drawing/2014/main" id="{6827AF54-7B00-41A4-A1D1-D6FB7F7CA8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65" y="9759"/>
                  <a:ext cx="550" cy="505"/>
                </a:xfrm>
                <a:custGeom>
                  <a:avLst/>
                  <a:gdLst>
                    <a:gd name="T0" fmla="*/ 1 w 1099"/>
                    <a:gd name="T1" fmla="*/ 1 h 1007"/>
                    <a:gd name="T2" fmla="*/ 1 w 1099"/>
                    <a:gd name="T3" fmla="*/ 1 h 1007"/>
                    <a:gd name="T4" fmla="*/ 1 w 1099"/>
                    <a:gd name="T5" fmla="*/ 0 h 1007"/>
                    <a:gd name="T6" fmla="*/ 0 w 1099"/>
                    <a:gd name="T7" fmla="*/ 0 h 1007"/>
                    <a:gd name="T8" fmla="*/ 0 w 1099"/>
                    <a:gd name="T9" fmla="*/ 1 h 100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99" h="1007">
                      <a:moveTo>
                        <a:pt x="1099" y="317"/>
                      </a:moveTo>
                      <a:lnTo>
                        <a:pt x="1099" y="259"/>
                      </a:lnTo>
                      <a:lnTo>
                        <a:pt x="814" y="0"/>
                      </a:lnTo>
                      <a:lnTo>
                        <a:pt x="0" y="0"/>
                      </a:lnTo>
                      <a:lnTo>
                        <a:pt x="0" y="1007"/>
                      </a:lnTo>
                    </a:path>
                  </a:pathLst>
                </a:custGeom>
                <a:noFill/>
                <a:ln w="3175">
                  <a:solidFill>
                    <a:srgbClr val="D762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55" name="Freeform 212">
                  <a:extLst>
                    <a:ext uri="{FF2B5EF4-FFF2-40B4-BE49-F238E27FC236}">
                      <a16:creationId xmlns:a16="http://schemas.microsoft.com/office/drawing/2014/main" id="{4CA3C4B0-F8CC-4646-88EA-396735CABF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16" y="10242"/>
                  <a:ext cx="395" cy="147"/>
                </a:xfrm>
                <a:custGeom>
                  <a:avLst/>
                  <a:gdLst>
                    <a:gd name="T0" fmla="*/ 0 w 789"/>
                    <a:gd name="T1" fmla="*/ 0 h 291"/>
                    <a:gd name="T2" fmla="*/ 1 w 789"/>
                    <a:gd name="T3" fmla="*/ 0 h 291"/>
                    <a:gd name="T4" fmla="*/ 1 w 789"/>
                    <a:gd name="T5" fmla="*/ 1 h 291"/>
                    <a:gd name="T6" fmla="*/ 1 w 789"/>
                    <a:gd name="T7" fmla="*/ 1 h 29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789" h="291">
                      <a:moveTo>
                        <a:pt x="0" y="0"/>
                      </a:moveTo>
                      <a:lnTo>
                        <a:pt x="511" y="0"/>
                      </a:lnTo>
                      <a:lnTo>
                        <a:pt x="789" y="242"/>
                      </a:lnTo>
                      <a:lnTo>
                        <a:pt x="789" y="291"/>
                      </a:lnTo>
                    </a:path>
                  </a:pathLst>
                </a:custGeom>
                <a:noFill/>
                <a:ln w="3175">
                  <a:solidFill>
                    <a:srgbClr val="D762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33" name="Group 213">
                <a:extLst>
                  <a:ext uri="{FF2B5EF4-FFF2-40B4-BE49-F238E27FC236}">
                    <a16:creationId xmlns:a16="http://schemas.microsoft.com/office/drawing/2014/main" id="{797E9BFF-0B4A-4F27-97A1-9F022E499E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" y="4035"/>
                <a:ext cx="324" cy="285"/>
                <a:chOff x="9681" y="9765"/>
                <a:chExt cx="810" cy="634"/>
              </a:xfrm>
            </p:grpSpPr>
            <p:sp>
              <p:nvSpPr>
                <p:cNvPr id="1040" name="Freeform 214">
                  <a:extLst>
                    <a:ext uri="{FF2B5EF4-FFF2-40B4-BE49-F238E27FC236}">
                      <a16:creationId xmlns:a16="http://schemas.microsoft.com/office/drawing/2014/main" id="{197BC8FB-E9EE-4965-8C2F-1D26454C46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20" y="9805"/>
                  <a:ext cx="151" cy="587"/>
                </a:xfrm>
                <a:custGeom>
                  <a:avLst/>
                  <a:gdLst>
                    <a:gd name="T0" fmla="*/ 0 w 302"/>
                    <a:gd name="T1" fmla="*/ 0 h 1176"/>
                    <a:gd name="T2" fmla="*/ 0 w 302"/>
                    <a:gd name="T3" fmla="*/ 0 h 1176"/>
                    <a:gd name="T4" fmla="*/ 1 w 302"/>
                    <a:gd name="T5" fmla="*/ 0 h 1176"/>
                    <a:gd name="T6" fmla="*/ 1 w 302"/>
                    <a:gd name="T7" fmla="*/ 0 h 1176"/>
                    <a:gd name="T8" fmla="*/ 1 w 302"/>
                    <a:gd name="T9" fmla="*/ 0 h 1176"/>
                    <a:gd name="T10" fmla="*/ 0 w 302"/>
                    <a:gd name="T11" fmla="*/ 0 h 117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2" h="1176">
                      <a:moveTo>
                        <a:pt x="0" y="0"/>
                      </a:moveTo>
                      <a:lnTo>
                        <a:pt x="0" y="901"/>
                      </a:lnTo>
                      <a:lnTo>
                        <a:pt x="302" y="1176"/>
                      </a:lnTo>
                      <a:lnTo>
                        <a:pt x="302" y="1151"/>
                      </a:lnTo>
                      <a:lnTo>
                        <a:pt x="302" y="2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762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41" name="Freeform 215">
                  <a:extLst>
                    <a:ext uri="{FF2B5EF4-FFF2-40B4-BE49-F238E27FC236}">
                      <a16:creationId xmlns:a16="http://schemas.microsoft.com/office/drawing/2014/main" id="{4CD2C467-68FC-4CA0-B604-30A8E4471A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46" y="9793"/>
                  <a:ext cx="255" cy="129"/>
                </a:xfrm>
                <a:custGeom>
                  <a:avLst/>
                  <a:gdLst>
                    <a:gd name="T0" fmla="*/ 1 w 501"/>
                    <a:gd name="T1" fmla="*/ 0 h 260"/>
                    <a:gd name="T2" fmla="*/ 1 w 501"/>
                    <a:gd name="T3" fmla="*/ 0 h 260"/>
                    <a:gd name="T4" fmla="*/ 1 w 501"/>
                    <a:gd name="T5" fmla="*/ 0 h 260"/>
                    <a:gd name="T6" fmla="*/ 0 w 501"/>
                    <a:gd name="T7" fmla="*/ 0 h 260"/>
                    <a:gd name="T8" fmla="*/ 1 w 501"/>
                    <a:gd name="T9" fmla="*/ 0 h 26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01" h="260">
                      <a:moveTo>
                        <a:pt x="272" y="260"/>
                      </a:moveTo>
                      <a:lnTo>
                        <a:pt x="496" y="260"/>
                      </a:lnTo>
                      <a:lnTo>
                        <a:pt x="501" y="0"/>
                      </a:lnTo>
                      <a:lnTo>
                        <a:pt x="0" y="1"/>
                      </a:lnTo>
                      <a:lnTo>
                        <a:pt x="272" y="260"/>
                      </a:lnTo>
                      <a:close/>
                    </a:path>
                  </a:pathLst>
                </a:custGeom>
                <a:solidFill>
                  <a:srgbClr val="D762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42" name="Freeform 216">
                  <a:extLst>
                    <a:ext uri="{FF2B5EF4-FFF2-40B4-BE49-F238E27FC236}">
                      <a16:creationId xmlns:a16="http://schemas.microsoft.com/office/drawing/2014/main" id="{39268625-C04C-490F-B32C-EB9BA6E33B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034" y="9799"/>
                  <a:ext cx="151" cy="600"/>
                </a:xfrm>
                <a:custGeom>
                  <a:avLst/>
                  <a:gdLst>
                    <a:gd name="T0" fmla="*/ 1 w 300"/>
                    <a:gd name="T1" fmla="*/ 0 h 1198"/>
                    <a:gd name="T2" fmla="*/ 0 w 300"/>
                    <a:gd name="T3" fmla="*/ 1 h 1198"/>
                    <a:gd name="T4" fmla="*/ 1 w 300"/>
                    <a:gd name="T5" fmla="*/ 1 h 1198"/>
                    <a:gd name="T6" fmla="*/ 1 w 300"/>
                    <a:gd name="T7" fmla="*/ 1 h 1198"/>
                    <a:gd name="T8" fmla="*/ 1 w 300"/>
                    <a:gd name="T9" fmla="*/ 0 h 119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0" h="1198">
                      <a:moveTo>
                        <a:pt x="1" y="0"/>
                      </a:moveTo>
                      <a:lnTo>
                        <a:pt x="0" y="919"/>
                      </a:lnTo>
                      <a:lnTo>
                        <a:pt x="300" y="1198"/>
                      </a:lnTo>
                      <a:lnTo>
                        <a:pt x="300" y="28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762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43" name="Freeform 217">
                  <a:extLst>
                    <a:ext uri="{FF2B5EF4-FFF2-40B4-BE49-F238E27FC236}">
                      <a16:creationId xmlns:a16="http://schemas.microsoft.com/office/drawing/2014/main" id="{9ECC8334-E7D2-48E8-A4FB-326AD457CF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078" y="9796"/>
                  <a:ext cx="240" cy="132"/>
                </a:xfrm>
                <a:custGeom>
                  <a:avLst/>
                  <a:gdLst>
                    <a:gd name="T0" fmla="*/ 0 w 482"/>
                    <a:gd name="T1" fmla="*/ 0 h 264"/>
                    <a:gd name="T2" fmla="*/ 0 w 482"/>
                    <a:gd name="T3" fmla="*/ 0 h 264"/>
                    <a:gd name="T4" fmla="*/ 0 w 482"/>
                    <a:gd name="T5" fmla="*/ 1 h 264"/>
                    <a:gd name="T6" fmla="*/ 0 w 482"/>
                    <a:gd name="T7" fmla="*/ 1 h 264"/>
                    <a:gd name="T8" fmla="*/ 0 w 482"/>
                    <a:gd name="T9" fmla="*/ 1 h 264"/>
                    <a:gd name="T10" fmla="*/ 0 w 482"/>
                    <a:gd name="T11" fmla="*/ 0 h 26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82" h="264">
                      <a:moveTo>
                        <a:pt x="0" y="0"/>
                      </a:moveTo>
                      <a:lnTo>
                        <a:pt x="482" y="0"/>
                      </a:lnTo>
                      <a:lnTo>
                        <a:pt x="482" y="264"/>
                      </a:lnTo>
                      <a:lnTo>
                        <a:pt x="454" y="264"/>
                      </a:lnTo>
                      <a:lnTo>
                        <a:pt x="261" y="2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762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44" name="Freeform 218">
                  <a:extLst>
                    <a:ext uri="{FF2B5EF4-FFF2-40B4-BE49-F238E27FC236}">
                      <a16:creationId xmlns:a16="http://schemas.microsoft.com/office/drawing/2014/main" id="{463F2918-DC6D-4646-9F79-4803B29D26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344" y="9765"/>
                  <a:ext cx="148" cy="628"/>
                </a:xfrm>
                <a:custGeom>
                  <a:avLst/>
                  <a:gdLst>
                    <a:gd name="T0" fmla="*/ 0 w 296"/>
                    <a:gd name="T1" fmla="*/ 0 h 1257"/>
                    <a:gd name="T2" fmla="*/ 0 w 296"/>
                    <a:gd name="T3" fmla="*/ 0 h 1257"/>
                    <a:gd name="T4" fmla="*/ 1 w 296"/>
                    <a:gd name="T5" fmla="*/ 0 h 1257"/>
                    <a:gd name="T6" fmla="*/ 1 w 296"/>
                    <a:gd name="T7" fmla="*/ 0 h 1257"/>
                    <a:gd name="T8" fmla="*/ 0 w 296"/>
                    <a:gd name="T9" fmla="*/ 0 h 125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1257">
                      <a:moveTo>
                        <a:pt x="0" y="0"/>
                      </a:moveTo>
                      <a:lnTo>
                        <a:pt x="0" y="981"/>
                      </a:lnTo>
                      <a:lnTo>
                        <a:pt x="296" y="1257"/>
                      </a:lnTo>
                      <a:lnTo>
                        <a:pt x="296" y="2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762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45" name="Freeform 219">
                  <a:extLst>
                    <a:ext uri="{FF2B5EF4-FFF2-40B4-BE49-F238E27FC236}">
                      <a16:creationId xmlns:a16="http://schemas.microsoft.com/office/drawing/2014/main" id="{94AE3662-6104-49AB-891E-992A59C0F1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672" y="9765"/>
                  <a:ext cx="665" cy="625"/>
                </a:xfrm>
                <a:custGeom>
                  <a:avLst/>
                  <a:gdLst>
                    <a:gd name="T0" fmla="*/ 1 w 1313"/>
                    <a:gd name="T1" fmla="*/ 1 h 1249"/>
                    <a:gd name="T2" fmla="*/ 1 w 1313"/>
                    <a:gd name="T3" fmla="*/ 1 h 1249"/>
                    <a:gd name="T4" fmla="*/ 0 w 1313"/>
                    <a:gd name="T5" fmla="*/ 1 h 1249"/>
                    <a:gd name="T6" fmla="*/ 0 w 1313"/>
                    <a:gd name="T7" fmla="*/ 0 h 1249"/>
                    <a:gd name="T8" fmla="*/ 1 w 1313"/>
                    <a:gd name="T9" fmla="*/ 0 h 12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13" h="1249">
                      <a:moveTo>
                        <a:pt x="361" y="1249"/>
                      </a:moveTo>
                      <a:lnTo>
                        <a:pt x="282" y="1249"/>
                      </a:lnTo>
                      <a:lnTo>
                        <a:pt x="0" y="989"/>
                      </a:lnTo>
                      <a:lnTo>
                        <a:pt x="0" y="0"/>
                      </a:lnTo>
                      <a:lnTo>
                        <a:pt x="1313" y="0"/>
                      </a:lnTo>
                    </a:path>
                  </a:pathLst>
                </a:custGeom>
                <a:noFill/>
                <a:ln w="3175">
                  <a:solidFill>
                    <a:srgbClr val="D762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46" name="Freeform 220">
                  <a:extLst>
                    <a:ext uri="{FF2B5EF4-FFF2-40B4-BE49-F238E27FC236}">
                      <a16:creationId xmlns:a16="http://schemas.microsoft.com/office/drawing/2014/main" id="{72239F9F-F4BB-4D9F-A121-600ACD2F16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97" y="9805"/>
                  <a:ext cx="177" cy="587"/>
                </a:xfrm>
                <a:custGeom>
                  <a:avLst/>
                  <a:gdLst>
                    <a:gd name="T0" fmla="*/ 0 w 353"/>
                    <a:gd name="T1" fmla="*/ 0 h 1176"/>
                    <a:gd name="T2" fmla="*/ 0 w 353"/>
                    <a:gd name="T3" fmla="*/ 0 h 1176"/>
                    <a:gd name="T4" fmla="*/ 1 w 353"/>
                    <a:gd name="T5" fmla="*/ 0 h 1176"/>
                    <a:gd name="T6" fmla="*/ 1 w 353"/>
                    <a:gd name="T7" fmla="*/ 0 h 117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53" h="1176">
                      <a:moveTo>
                        <a:pt x="0" y="0"/>
                      </a:moveTo>
                      <a:lnTo>
                        <a:pt x="0" y="911"/>
                      </a:lnTo>
                      <a:lnTo>
                        <a:pt x="291" y="1176"/>
                      </a:lnTo>
                      <a:lnTo>
                        <a:pt x="353" y="1176"/>
                      </a:lnTo>
                    </a:path>
                  </a:pathLst>
                </a:custGeom>
                <a:noFill/>
                <a:ln w="3175">
                  <a:solidFill>
                    <a:srgbClr val="D762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47" name="Freeform 221">
                  <a:extLst>
                    <a:ext uri="{FF2B5EF4-FFF2-40B4-BE49-F238E27FC236}">
                      <a16:creationId xmlns:a16="http://schemas.microsoft.com/office/drawing/2014/main" id="{D8E0965C-8E49-4361-85ED-D62364612A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311" y="9805"/>
                  <a:ext cx="177" cy="587"/>
                </a:xfrm>
                <a:custGeom>
                  <a:avLst/>
                  <a:gdLst>
                    <a:gd name="T0" fmla="*/ 0 w 355"/>
                    <a:gd name="T1" fmla="*/ 0 h 1176"/>
                    <a:gd name="T2" fmla="*/ 0 w 355"/>
                    <a:gd name="T3" fmla="*/ 0 h 1176"/>
                    <a:gd name="T4" fmla="*/ 0 w 355"/>
                    <a:gd name="T5" fmla="*/ 0 h 1176"/>
                    <a:gd name="T6" fmla="*/ 0 w 355"/>
                    <a:gd name="T7" fmla="*/ 0 h 117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55" h="1176">
                      <a:moveTo>
                        <a:pt x="0" y="0"/>
                      </a:moveTo>
                      <a:lnTo>
                        <a:pt x="0" y="933"/>
                      </a:lnTo>
                      <a:lnTo>
                        <a:pt x="287" y="1176"/>
                      </a:lnTo>
                      <a:lnTo>
                        <a:pt x="355" y="1174"/>
                      </a:lnTo>
                    </a:path>
                  </a:pathLst>
                </a:custGeom>
                <a:noFill/>
                <a:ln w="3175">
                  <a:solidFill>
                    <a:srgbClr val="D762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34" name="Group 222">
                <a:extLst>
                  <a:ext uri="{FF2B5EF4-FFF2-40B4-BE49-F238E27FC236}">
                    <a16:creationId xmlns:a16="http://schemas.microsoft.com/office/drawing/2014/main" id="{423DFF0E-6DFB-42DA-A9B8-F16F055C36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0" y="4035"/>
                <a:ext cx="218" cy="285"/>
                <a:chOff x="10559" y="9766"/>
                <a:chExt cx="546" cy="632"/>
              </a:xfrm>
            </p:grpSpPr>
            <p:sp>
              <p:nvSpPr>
                <p:cNvPr id="1035" name="Freeform 223">
                  <a:extLst>
                    <a:ext uri="{FF2B5EF4-FFF2-40B4-BE49-F238E27FC236}">
                      <a16:creationId xmlns:a16="http://schemas.microsoft.com/office/drawing/2014/main" id="{E80A8F9D-15B4-4D24-B1DD-CC983EC9AB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89" y="9797"/>
                  <a:ext cx="511" cy="138"/>
                </a:xfrm>
                <a:custGeom>
                  <a:avLst/>
                  <a:gdLst>
                    <a:gd name="T0" fmla="*/ 0 w 1032"/>
                    <a:gd name="T1" fmla="*/ 0 h 277"/>
                    <a:gd name="T2" fmla="*/ 0 w 1032"/>
                    <a:gd name="T3" fmla="*/ 0 h 277"/>
                    <a:gd name="T4" fmla="*/ 0 w 1032"/>
                    <a:gd name="T5" fmla="*/ 0 h 277"/>
                    <a:gd name="T6" fmla="*/ 0 w 1032"/>
                    <a:gd name="T7" fmla="*/ 0 h 277"/>
                    <a:gd name="T8" fmla="*/ 0 w 1032"/>
                    <a:gd name="T9" fmla="*/ 0 h 2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32" h="277">
                      <a:moveTo>
                        <a:pt x="0" y="2"/>
                      </a:moveTo>
                      <a:lnTo>
                        <a:pt x="715" y="0"/>
                      </a:lnTo>
                      <a:lnTo>
                        <a:pt x="1032" y="277"/>
                      </a:lnTo>
                      <a:lnTo>
                        <a:pt x="299" y="277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D762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36" name="Freeform 224">
                  <a:extLst>
                    <a:ext uri="{FF2B5EF4-FFF2-40B4-BE49-F238E27FC236}">
                      <a16:creationId xmlns:a16="http://schemas.microsoft.com/office/drawing/2014/main" id="{DB202E3A-270A-4786-A733-10EEC3FB58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601" y="9831"/>
                  <a:ext cx="141" cy="416"/>
                </a:xfrm>
                <a:custGeom>
                  <a:avLst/>
                  <a:gdLst>
                    <a:gd name="T0" fmla="*/ 0 w 283"/>
                    <a:gd name="T1" fmla="*/ 0 h 837"/>
                    <a:gd name="T2" fmla="*/ 0 w 283"/>
                    <a:gd name="T3" fmla="*/ 0 h 837"/>
                    <a:gd name="T4" fmla="*/ 0 w 283"/>
                    <a:gd name="T5" fmla="*/ 0 h 837"/>
                    <a:gd name="T6" fmla="*/ 0 w 283"/>
                    <a:gd name="T7" fmla="*/ 0 h 837"/>
                    <a:gd name="T8" fmla="*/ 0 w 283"/>
                    <a:gd name="T9" fmla="*/ 0 h 8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83" h="837">
                      <a:moveTo>
                        <a:pt x="283" y="837"/>
                      </a:moveTo>
                      <a:lnTo>
                        <a:pt x="283" y="262"/>
                      </a:lnTo>
                      <a:lnTo>
                        <a:pt x="0" y="0"/>
                      </a:lnTo>
                      <a:lnTo>
                        <a:pt x="2" y="834"/>
                      </a:lnTo>
                      <a:lnTo>
                        <a:pt x="283" y="837"/>
                      </a:lnTo>
                      <a:close/>
                    </a:path>
                  </a:pathLst>
                </a:custGeom>
                <a:solidFill>
                  <a:srgbClr val="D762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37" name="Freeform 225">
                  <a:extLst>
                    <a:ext uri="{FF2B5EF4-FFF2-40B4-BE49-F238E27FC236}">
                      <a16:creationId xmlns:a16="http://schemas.microsoft.com/office/drawing/2014/main" id="{DBD778D4-012D-481E-AFD4-F0C6104377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60" y="10273"/>
                  <a:ext cx="533" cy="125"/>
                </a:xfrm>
                <a:custGeom>
                  <a:avLst/>
                  <a:gdLst>
                    <a:gd name="T0" fmla="*/ 0 w 1070"/>
                    <a:gd name="T1" fmla="*/ 0 h 251"/>
                    <a:gd name="T2" fmla="*/ 0 w 1070"/>
                    <a:gd name="T3" fmla="*/ 0 h 251"/>
                    <a:gd name="T4" fmla="*/ 0 w 1070"/>
                    <a:gd name="T5" fmla="*/ 0 h 251"/>
                    <a:gd name="T6" fmla="*/ 0 w 1070"/>
                    <a:gd name="T7" fmla="*/ 0 h 251"/>
                    <a:gd name="T8" fmla="*/ 0 w 1070"/>
                    <a:gd name="T9" fmla="*/ 0 h 25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70" h="251">
                      <a:moveTo>
                        <a:pt x="0" y="0"/>
                      </a:moveTo>
                      <a:lnTo>
                        <a:pt x="791" y="0"/>
                      </a:lnTo>
                      <a:lnTo>
                        <a:pt x="1070" y="251"/>
                      </a:lnTo>
                      <a:lnTo>
                        <a:pt x="266" y="2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762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38" name="Freeform 226">
                  <a:extLst>
                    <a:ext uri="{FF2B5EF4-FFF2-40B4-BE49-F238E27FC236}">
                      <a16:creationId xmlns:a16="http://schemas.microsoft.com/office/drawing/2014/main" id="{985CB37E-EDC5-4C39-A11C-65FBBD8EF7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60" y="9766"/>
                  <a:ext cx="544" cy="504"/>
                </a:xfrm>
                <a:custGeom>
                  <a:avLst/>
                  <a:gdLst>
                    <a:gd name="T0" fmla="*/ 1 w 1088"/>
                    <a:gd name="T1" fmla="*/ 0 h 1010"/>
                    <a:gd name="T2" fmla="*/ 1 w 1088"/>
                    <a:gd name="T3" fmla="*/ 0 h 1010"/>
                    <a:gd name="T4" fmla="*/ 1 w 1088"/>
                    <a:gd name="T5" fmla="*/ 0 h 1010"/>
                    <a:gd name="T6" fmla="*/ 0 w 1088"/>
                    <a:gd name="T7" fmla="*/ 0 h 1010"/>
                    <a:gd name="T8" fmla="*/ 0 w 1088"/>
                    <a:gd name="T9" fmla="*/ 0 h 101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88" h="1010">
                      <a:moveTo>
                        <a:pt x="1088" y="325"/>
                      </a:moveTo>
                      <a:lnTo>
                        <a:pt x="1088" y="244"/>
                      </a:lnTo>
                      <a:lnTo>
                        <a:pt x="822" y="0"/>
                      </a:lnTo>
                      <a:lnTo>
                        <a:pt x="0" y="0"/>
                      </a:lnTo>
                      <a:lnTo>
                        <a:pt x="0" y="1010"/>
                      </a:lnTo>
                    </a:path>
                  </a:pathLst>
                </a:custGeom>
                <a:noFill/>
                <a:ln w="3175">
                  <a:solidFill>
                    <a:srgbClr val="D762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039" name="Freeform 227">
                  <a:extLst>
                    <a:ext uri="{FF2B5EF4-FFF2-40B4-BE49-F238E27FC236}">
                      <a16:creationId xmlns:a16="http://schemas.microsoft.com/office/drawing/2014/main" id="{9A3F2430-6B57-4CB0-B074-509BA7174F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704" y="10241"/>
                  <a:ext cx="381" cy="147"/>
                </a:xfrm>
                <a:custGeom>
                  <a:avLst/>
                  <a:gdLst>
                    <a:gd name="T0" fmla="*/ 0 w 768"/>
                    <a:gd name="T1" fmla="*/ 0 h 301"/>
                    <a:gd name="T2" fmla="*/ 0 w 768"/>
                    <a:gd name="T3" fmla="*/ 0 h 301"/>
                    <a:gd name="T4" fmla="*/ 0 w 768"/>
                    <a:gd name="T5" fmla="*/ 0 h 301"/>
                    <a:gd name="T6" fmla="*/ 0 w 768"/>
                    <a:gd name="T7" fmla="*/ 0 h 30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768" h="301">
                      <a:moveTo>
                        <a:pt x="0" y="0"/>
                      </a:moveTo>
                      <a:lnTo>
                        <a:pt x="542" y="0"/>
                      </a:lnTo>
                      <a:lnTo>
                        <a:pt x="765" y="210"/>
                      </a:lnTo>
                      <a:lnTo>
                        <a:pt x="768" y="301"/>
                      </a:lnTo>
                    </a:path>
                  </a:pathLst>
                </a:custGeom>
                <a:noFill/>
                <a:ln w="3175">
                  <a:solidFill>
                    <a:srgbClr val="D762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itchFamily="18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itchFamily="18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itchFamily="18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itchFamily="18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itchFamily="18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itchFamily="18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itchFamily="18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7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8"/>
        </a:buBlip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814FF76-1725-49E0-9328-9319730EF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87313"/>
            <a:ext cx="38779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異常確認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-summary</a:t>
            </a:r>
            <a:endParaRPr lang="zh-TW" altLang="en-US" sz="3600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881468C-6ACE-4341-AE79-76249610B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718858"/>
              </p:ext>
            </p:extLst>
          </p:nvPr>
        </p:nvGraphicFramePr>
        <p:xfrm>
          <a:off x="1907704" y="1340768"/>
          <a:ext cx="5184576" cy="2761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555">
                  <a:extLst>
                    <a:ext uri="{9D8B030D-6E8A-4147-A177-3AD203B41FA5}">
                      <a16:colId xmlns:a16="http://schemas.microsoft.com/office/drawing/2014/main" val="1618778574"/>
                    </a:ext>
                  </a:extLst>
                </a:gridCol>
                <a:gridCol w="3854021">
                  <a:extLst>
                    <a:ext uri="{9D8B030D-6E8A-4147-A177-3AD203B41FA5}">
                      <a16:colId xmlns:a16="http://schemas.microsoft.com/office/drawing/2014/main" val="115449459"/>
                    </a:ext>
                  </a:extLst>
                </a:gridCol>
              </a:tblGrid>
              <a:tr h="45711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批號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24721121</a:t>
                      </a:r>
                      <a:endParaRPr lang="en-US" altLang="zh-TW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116521"/>
                  </a:ext>
                </a:extLst>
              </a:tr>
              <a:tr h="211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工單號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1611907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275216"/>
                  </a:ext>
                </a:extLst>
              </a:tr>
              <a:tr h="211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料號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8CS021QV1V1KB41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63421"/>
                  </a:ext>
                </a:extLst>
              </a:tr>
              <a:tr h="42305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停機時數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紀錄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無異常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225254"/>
                  </a:ext>
                </a:extLst>
              </a:tr>
              <a:tr h="2834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生產時間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2024/7/21 </a:t>
                      </a: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上午 </a:t>
                      </a: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08:20:00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305491"/>
                  </a:ext>
                </a:extLst>
              </a:tr>
              <a:tr h="5670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生產紀錄</a:t>
                      </a:r>
                      <a:r>
                        <a:rPr lang="en-US" altLang="zh-TW" sz="1800" b="0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endParaRPr lang="zh-TW" altLang="en-US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無異常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62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19137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4">
            <a:extLst>
              <a:ext uri="{FF2B5EF4-FFF2-40B4-BE49-F238E27FC236}">
                <a16:creationId xmlns:a16="http://schemas.microsoft.com/office/drawing/2014/main" id="{8ECB19D7-2AB7-483B-9EF5-BE42FE611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866692"/>
            <a:ext cx="8064896" cy="499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2.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調查停機時數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-</a:t>
            </a:r>
            <a:r>
              <a:rPr lang="zh-TW" altLang="en-US" sz="20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無異常</a:t>
            </a:r>
            <a:endParaRPr lang="en-US" altLang="zh-TW" sz="20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B1E977-93F3-251A-1743-4587BE312DB7}"/>
              </a:ext>
            </a:extLst>
          </p:cNvPr>
          <p:cNvSpPr/>
          <p:nvPr/>
        </p:nvSpPr>
        <p:spPr bwMode="auto">
          <a:xfrm>
            <a:off x="1187624" y="1364136"/>
            <a:ext cx="1440160" cy="4974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E4EF998-A954-465C-A86E-AB8BA72BA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87313"/>
            <a:ext cx="78851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生產流程資訊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-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停機時間</a:t>
            </a:r>
          </a:p>
        </p:txBody>
      </p:sp>
      <p:sp>
        <p:nvSpPr>
          <p:cNvPr id="18" name="文字方塊 4">
            <a:extLst>
              <a:ext uri="{FF2B5EF4-FFF2-40B4-BE49-F238E27FC236}">
                <a16:creationId xmlns:a16="http://schemas.microsoft.com/office/drawing/2014/main" id="{E468C094-509A-488E-91FA-68D72529D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706" y="5007840"/>
            <a:ext cx="8434758" cy="8745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此異常工單銅面外觀檢驗無異常狀況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32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為基板摺痕，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3H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為基板刮傷，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3HQ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為基板刮傷取樣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107504" y="3140968"/>
            <a:ext cx="1151384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4"/>
          <a:srcRect l="-1" r="18919" b="17671"/>
          <a:stretch/>
        </p:blipFill>
        <p:spPr>
          <a:xfrm>
            <a:off x="590997" y="4552994"/>
            <a:ext cx="308595" cy="100142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537B0DF6-278A-CF9B-B642-F9FC9B0AEF08}"/>
              </a:ext>
            </a:extLst>
          </p:cNvPr>
          <p:cNvGrpSpPr/>
          <p:nvPr/>
        </p:nvGrpSpPr>
        <p:grpSpPr>
          <a:xfrm>
            <a:off x="74166" y="2361793"/>
            <a:ext cx="8982075" cy="2716497"/>
            <a:chOff x="74166" y="2361793"/>
            <a:chExt cx="8982075" cy="2716497"/>
          </a:xfrm>
        </p:grpSpPr>
        <p:sp>
          <p:nvSpPr>
            <p:cNvPr id="15" name="文字方塊 4">
              <a:extLst>
                <a:ext uri="{FF2B5EF4-FFF2-40B4-BE49-F238E27FC236}">
                  <a16:creationId xmlns:a16="http://schemas.microsoft.com/office/drawing/2014/main" id="{D7A84568-196F-43EF-B50F-F25BC144F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244" y="2361793"/>
              <a:ext cx="8568952" cy="499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SzPct val="75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TW" sz="2000" dirty="0">
                  <a:latin typeface="標楷體" panose="03000509000000000000" pitchFamily="65" charset="-120"/>
                  <a:ea typeface="標楷體" panose="03000509000000000000" pitchFamily="65" charset="-120"/>
                  <a:cs typeface="Arial" panose="020B0604020202020204" pitchFamily="34" charset="0"/>
                </a:rPr>
                <a:t>3.</a:t>
              </a:r>
              <a:r>
                <a:rPr lang="zh-TW" altLang="en-US" sz="2000" dirty="0">
                  <a:latin typeface="標楷體" panose="03000509000000000000" pitchFamily="65" charset="-120"/>
                  <a:ea typeface="標楷體" panose="03000509000000000000" pitchFamily="65" charset="-120"/>
                  <a:cs typeface="Arial" panose="020B0604020202020204" pitchFamily="34" charset="0"/>
                </a:rPr>
                <a:t>調查銅面外觀</a:t>
              </a:r>
              <a:r>
                <a:rPr lang="en-US" altLang="zh-TW" sz="2000" dirty="0">
                  <a:latin typeface="標楷體" panose="03000509000000000000" pitchFamily="65" charset="-120"/>
                  <a:ea typeface="標楷體" panose="03000509000000000000" pitchFamily="65" charset="-120"/>
                  <a:cs typeface="Arial" panose="020B0604020202020204" pitchFamily="34" charset="0"/>
                </a:rPr>
                <a:t>-</a:t>
              </a:r>
              <a:r>
                <a:rPr lang="zh-TW" altLang="en-US" sz="20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rial" panose="020B0604020202020204" pitchFamily="34" charset="0"/>
                </a:rPr>
                <a:t>無異常 </a:t>
              </a:r>
              <a:endParaRPr lang="en-US" altLang="zh-TW" sz="20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F99E2AB6-B723-4B8F-835A-1D1C8589E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166" y="2826409"/>
              <a:ext cx="8982075" cy="2251881"/>
            </a:xfrm>
            <a:prstGeom prst="rect">
              <a:avLst/>
            </a:prstGeom>
          </p:spPr>
        </p:pic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4876C9DA-0A0C-47AF-9ADD-99406EC52A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04" y="1313151"/>
            <a:ext cx="66389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3129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Global">
  <a:themeElements>
    <a:clrScheme name="Global 2">
      <a:dk1>
        <a:srgbClr val="000000"/>
      </a:dk1>
      <a:lt1>
        <a:srgbClr val="FFFFFF"/>
      </a:lt1>
      <a:dk2>
        <a:srgbClr val="CC6600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Designs\Global.pot</Template>
  <TotalTime>131298</TotalTime>
  <Words>82</Words>
  <Application>Microsoft Office PowerPoint</Application>
  <PresentationFormat>如螢幕大小 (4:3)</PresentationFormat>
  <Paragraphs>19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微軟正黑體</vt:lpstr>
      <vt:lpstr>標楷體</vt:lpstr>
      <vt:lpstr>Arial</vt:lpstr>
      <vt:lpstr>Tahoma</vt:lpstr>
      <vt:lpstr>Times New Roman</vt:lpstr>
      <vt:lpstr>Global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沒有投影片標題</dc:title>
  <dc:creator>maggie</dc:creator>
  <cp:lastModifiedBy>19-林柏詠(Clancy Lin )</cp:lastModifiedBy>
  <cp:revision>3516</cp:revision>
  <cp:lastPrinted>2020-12-08T05:18:19Z</cp:lastPrinted>
  <dcterms:created xsi:type="dcterms:W3CDTF">1995-06-17T23:31:02Z</dcterms:created>
  <dcterms:modified xsi:type="dcterms:W3CDTF">2026-07-17T04:37:57Z</dcterms:modified>
</cp:coreProperties>
</file>